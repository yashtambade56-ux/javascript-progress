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59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2161"/>
    <a:srgbClr val="A81B50"/>
    <a:srgbClr val="DA4167"/>
    <a:srgbClr val="F0EFF4"/>
    <a:srgbClr val="3D26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1713F-2AF6-A048-A068-565168F54232}" v="16" dt="2026-01-31T14:17:54.9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60" autoAdjust="0"/>
    <p:restoredTop sz="87067" autoAdjust="0"/>
  </p:normalViewPr>
  <p:slideViewPr>
    <p:cSldViewPr snapToGrid="0">
      <p:cViewPr>
        <p:scale>
          <a:sx n="60" d="100"/>
          <a:sy n="60" d="100"/>
        </p:scale>
        <p:origin x="2816" y="1640"/>
      </p:cViewPr>
      <p:guideLst>
        <p:guide orient="horz" pos="1620"/>
        <p:guide pos="288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 Rajendra Tambade" userId="938cdb9d-0ee8-47fb-9f16-d678571847ad" providerId="ADAL" clId="{4C97A283-0D72-5240-B1C6-1E98E9B8452D}"/>
    <pc:docChg chg="custSel addSld modSld sldOrd">
      <pc:chgData name="Yash Rajendra Tambade" userId="938cdb9d-0ee8-47fb-9f16-d678571847ad" providerId="ADAL" clId="{4C97A283-0D72-5240-B1C6-1E98E9B8452D}" dt="2026-01-31T14:18:17.347" v="42" actId="478"/>
      <pc:docMkLst>
        <pc:docMk/>
      </pc:docMkLst>
      <pc:sldChg chg="addSp delSp modSp mod">
        <pc:chgData name="Yash Rajendra Tambade" userId="938cdb9d-0ee8-47fb-9f16-d678571847ad" providerId="ADAL" clId="{4C97A283-0D72-5240-B1C6-1E98E9B8452D}" dt="2026-01-31T14:18:17.347" v="42" actId="478"/>
        <pc:sldMkLst>
          <pc:docMk/>
          <pc:sldMk cId="2560259184" sldId="263"/>
        </pc:sldMkLst>
        <pc:spChg chg="del">
          <ac:chgData name="Yash Rajendra Tambade" userId="938cdb9d-0ee8-47fb-9f16-d678571847ad" providerId="ADAL" clId="{4C97A283-0D72-5240-B1C6-1E98E9B8452D}" dt="2026-01-31T14:17:26.315" v="36" actId="21"/>
          <ac:spMkLst>
            <pc:docMk/>
            <pc:sldMk cId="2560259184" sldId="263"/>
            <ac:spMk id="36" creationId="{90E77718-221B-4641-CE2A-82CD1214B3F3}"/>
          </ac:spMkLst>
        </pc:spChg>
        <pc:spChg chg="del">
          <ac:chgData name="Yash Rajendra Tambade" userId="938cdb9d-0ee8-47fb-9f16-d678571847ad" providerId="ADAL" clId="{4C97A283-0D72-5240-B1C6-1E98E9B8452D}" dt="2026-01-31T14:17:26.315" v="36" actId="21"/>
          <ac:spMkLst>
            <pc:docMk/>
            <pc:sldMk cId="2560259184" sldId="263"/>
            <ac:spMk id="37" creationId="{BAA9616F-87EF-6836-A251-DD56C7D78E0D}"/>
          </ac:spMkLst>
        </pc:spChg>
        <pc:spChg chg="del">
          <ac:chgData name="Yash Rajendra Tambade" userId="938cdb9d-0ee8-47fb-9f16-d678571847ad" providerId="ADAL" clId="{4C97A283-0D72-5240-B1C6-1E98E9B8452D}" dt="2026-01-31T14:17:51.290" v="40" actId="21"/>
          <ac:spMkLst>
            <pc:docMk/>
            <pc:sldMk cId="2560259184" sldId="263"/>
            <ac:spMk id="38" creationId="{C3FFCEE8-3B07-6ED0-01C6-533C21FBF551}"/>
          </ac:spMkLst>
        </pc:spChg>
        <pc:spChg chg="del">
          <ac:chgData name="Yash Rajendra Tambade" userId="938cdb9d-0ee8-47fb-9f16-d678571847ad" providerId="ADAL" clId="{4C97A283-0D72-5240-B1C6-1E98E9B8452D}" dt="2026-01-31T14:17:51.290" v="40" actId="21"/>
          <ac:spMkLst>
            <pc:docMk/>
            <pc:sldMk cId="2560259184" sldId="263"/>
            <ac:spMk id="41" creationId="{FC501459-2E94-5E64-2B77-C070B0F7683B}"/>
          </ac:spMkLst>
        </pc:spChg>
        <pc:spChg chg="del">
          <ac:chgData name="Yash Rajendra Tambade" userId="938cdb9d-0ee8-47fb-9f16-d678571847ad" providerId="ADAL" clId="{4C97A283-0D72-5240-B1C6-1E98E9B8452D}" dt="2026-01-31T14:17:26.315" v="36" actId="21"/>
          <ac:spMkLst>
            <pc:docMk/>
            <pc:sldMk cId="2560259184" sldId="263"/>
            <ac:spMk id="42" creationId="{97DEFE55-D500-803F-3614-2AE7D6CEBE9F}"/>
          </ac:spMkLst>
        </pc:spChg>
        <pc:picChg chg="add mod">
          <ac:chgData name="Yash Rajendra Tambade" userId="938cdb9d-0ee8-47fb-9f16-d678571847ad" providerId="ADAL" clId="{4C97A283-0D72-5240-B1C6-1E98E9B8452D}" dt="2026-01-31T14:15:50.158" v="26" actId="167"/>
          <ac:picMkLst>
            <pc:docMk/>
            <pc:sldMk cId="2560259184" sldId="263"/>
            <ac:picMk id="8" creationId="{E54014BA-A96C-1E42-8120-59389FBB66BC}"/>
          </ac:picMkLst>
        </pc:picChg>
        <pc:picChg chg="del">
          <ac:chgData name="Yash Rajendra Tambade" userId="938cdb9d-0ee8-47fb-9f16-d678571847ad" providerId="ADAL" clId="{4C97A283-0D72-5240-B1C6-1E98E9B8452D}" dt="2026-01-31T14:18:17.347" v="42" actId="478"/>
          <ac:picMkLst>
            <pc:docMk/>
            <pc:sldMk cId="2560259184" sldId="263"/>
            <ac:picMk id="47" creationId="{2338496D-443D-E51C-D84D-18DA17ED4B69}"/>
          </ac:picMkLst>
        </pc:picChg>
      </pc:sldChg>
      <pc:sldChg chg="addSp modSp mod ord">
        <pc:chgData name="Yash Rajendra Tambade" userId="938cdb9d-0ee8-47fb-9f16-d678571847ad" providerId="ADAL" clId="{4C97A283-0D72-5240-B1C6-1E98E9B8452D}" dt="2026-01-31T14:16:37.031" v="34" actId="167"/>
        <pc:sldMkLst>
          <pc:docMk/>
          <pc:sldMk cId="1297620072" sldId="264"/>
        </pc:sldMkLst>
        <pc:picChg chg="add mod">
          <ac:chgData name="Yash Rajendra Tambade" userId="938cdb9d-0ee8-47fb-9f16-d678571847ad" providerId="ADAL" clId="{4C97A283-0D72-5240-B1C6-1E98E9B8452D}" dt="2026-01-31T14:16:37.031" v="34" actId="167"/>
          <ac:picMkLst>
            <pc:docMk/>
            <pc:sldMk cId="1297620072" sldId="264"/>
            <ac:picMk id="4" creationId="{276F05A9-627F-B64C-68CB-0C5E2347393A}"/>
          </ac:picMkLst>
        </pc:picChg>
      </pc:sldChg>
      <pc:sldChg chg="addSp modSp new mod modTransition modNotes">
        <pc:chgData name="Yash Rajendra Tambade" userId="938cdb9d-0ee8-47fb-9f16-d678571847ad" providerId="ADAL" clId="{4C97A283-0D72-5240-B1C6-1E98E9B8452D}" dt="2026-01-31T14:17:54.936" v="41"/>
        <pc:sldMkLst>
          <pc:docMk/>
          <pc:sldMk cId="3336638323" sldId="265"/>
        </pc:sldMkLst>
        <pc:spChg chg="add mod">
          <ac:chgData name="Yash Rajendra Tambade" userId="938cdb9d-0ee8-47fb-9f16-d678571847ad" providerId="ADAL" clId="{4C97A283-0D72-5240-B1C6-1E98E9B8452D}" dt="2026-01-31T14:12:38.805" v="1"/>
          <ac:spMkLst>
            <pc:docMk/>
            <pc:sldMk cId="3336638323" sldId="265"/>
            <ac:spMk id="2" creationId="{770AAFCD-46F6-6FF6-77CA-93CC4B9F6D26}"/>
          </ac:spMkLst>
        </pc:spChg>
        <pc:spChg chg="add mod">
          <ac:chgData name="Yash Rajendra Tambade" userId="938cdb9d-0ee8-47fb-9f16-d678571847ad" providerId="ADAL" clId="{4C97A283-0D72-5240-B1C6-1E98E9B8452D}" dt="2026-01-31T14:15:20.302" v="22" actId="14100"/>
          <ac:spMkLst>
            <pc:docMk/>
            <pc:sldMk cId="3336638323" sldId="265"/>
            <ac:spMk id="5" creationId="{38E10497-6293-F1A7-B99E-510C336ADF3D}"/>
          </ac:spMkLst>
        </pc:spChg>
        <pc:spChg chg="mod">
          <ac:chgData name="Yash Rajendra Tambade" userId="938cdb9d-0ee8-47fb-9f16-d678571847ad" providerId="ADAL" clId="{4C97A283-0D72-5240-B1C6-1E98E9B8452D}" dt="2026-01-31T14:16:04.785" v="27"/>
          <ac:spMkLst>
            <pc:docMk/>
            <pc:sldMk cId="3336638323" sldId="265"/>
            <ac:spMk id="8" creationId="{E7F9B86C-DE96-AEBB-24FC-0B3AB5519B30}"/>
          </ac:spMkLst>
        </pc:spChg>
        <pc:spChg chg="add mod">
          <ac:chgData name="Yash Rajendra Tambade" userId="938cdb9d-0ee8-47fb-9f16-d678571847ad" providerId="ADAL" clId="{4C97A283-0D72-5240-B1C6-1E98E9B8452D}" dt="2026-01-31T14:17:28.742" v="37"/>
          <ac:spMkLst>
            <pc:docMk/>
            <pc:sldMk cId="3336638323" sldId="265"/>
            <ac:spMk id="11" creationId="{C36813B3-7183-496B-2CAD-46BF3596AA5A}"/>
          </ac:spMkLst>
        </pc:spChg>
        <pc:spChg chg="add mod">
          <ac:chgData name="Yash Rajendra Tambade" userId="938cdb9d-0ee8-47fb-9f16-d678571847ad" providerId="ADAL" clId="{4C97A283-0D72-5240-B1C6-1E98E9B8452D}" dt="2026-01-31T14:17:28.742" v="37"/>
          <ac:spMkLst>
            <pc:docMk/>
            <pc:sldMk cId="3336638323" sldId="265"/>
            <ac:spMk id="12" creationId="{815AFD85-5A64-EC40-6D9D-2BA64559EE2C}"/>
          </ac:spMkLst>
        </pc:spChg>
        <pc:spChg chg="add mod">
          <ac:chgData name="Yash Rajendra Tambade" userId="938cdb9d-0ee8-47fb-9f16-d678571847ad" providerId="ADAL" clId="{4C97A283-0D72-5240-B1C6-1E98E9B8452D}" dt="2026-01-31T14:17:28.742" v="37"/>
          <ac:spMkLst>
            <pc:docMk/>
            <pc:sldMk cId="3336638323" sldId="265"/>
            <ac:spMk id="13" creationId="{9797B358-F3E9-429B-B732-B75A728506FE}"/>
          </ac:spMkLst>
        </pc:spChg>
        <pc:spChg chg="add mod">
          <ac:chgData name="Yash Rajendra Tambade" userId="938cdb9d-0ee8-47fb-9f16-d678571847ad" providerId="ADAL" clId="{4C97A283-0D72-5240-B1C6-1E98E9B8452D}" dt="2026-01-31T14:17:54.936" v="41"/>
          <ac:spMkLst>
            <pc:docMk/>
            <pc:sldMk cId="3336638323" sldId="265"/>
            <ac:spMk id="15" creationId="{73131CE3-406E-B2D2-F053-3449D18BE4B5}"/>
          </ac:spMkLst>
        </pc:spChg>
        <pc:spChg chg="add mod">
          <ac:chgData name="Yash Rajendra Tambade" userId="938cdb9d-0ee8-47fb-9f16-d678571847ad" providerId="ADAL" clId="{4C97A283-0D72-5240-B1C6-1E98E9B8452D}" dt="2026-01-31T14:17:54.936" v="41"/>
          <ac:spMkLst>
            <pc:docMk/>
            <pc:sldMk cId="3336638323" sldId="265"/>
            <ac:spMk id="16" creationId="{A43F8F24-E9C1-85B7-DBFD-02D307A2BFB4}"/>
          </ac:spMkLst>
        </pc:spChg>
        <pc:grpChg chg="add mod">
          <ac:chgData name="Yash Rajendra Tambade" userId="938cdb9d-0ee8-47fb-9f16-d678571847ad" providerId="ADAL" clId="{4C97A283-0D72-5240-B1C6-1E98E9B8452D}" dt="2026-01-31T14:16:20.330" v="30" actId="167"/>
          <ac:grpSpMkLst>
            <pc:docMk/>
            <pc:sldMk cId="3336638323" sldId="265"/>
            <ac:grpSpMk id="6" creationId="{91A96513-032C-F2AB-E05F-C9DBD07DB22E}"/>
          </ac:grpSpMkLst>
        </pc:grpChg>
        <pc:picChg chg="add mod modCrop">
          <ac:chgData name="Yash Rajendra Tambade" userId="938cdb9d-0ee8-47fb-9f16-d678571847ad" providerId="ADAL" clId="{4C97A283-0D72-5240-B1C6-1E98E9B8452D}" dt="2026-01-31T14:13:36.862" v="11" actId="1076"/>
          <ac:picMkLst>
            <pc:docMk/>
            <pc:sldMk cId="3336638323" sldId="265"/>
            <ac:picMk id="4" creationId="{C908971F-FE37-FAB4-F0AC-DC6622BC54A4}"/>
          </ac:picMkLst>
        </pc:picChg>
        <pc:picChg chg="mod">
          <ac:chgData name="Yash Rajendra Tambade" userId="938cdb9d-0ee8-47fb-9f16-d678571847ad" providerId="ADAL" clId="{4C97A283-0D72-5240-B1C6-1E98E9B8452D}" dt="2026-01-31T14:16:04.785" v="27"/>
          <ac:picMkLst>
            <pc:docMk/>
            <pc:sldMk cId="3336638323" sldId="265"/>
            <ac:picMk id="9" creationId="{ED8C1A8B-C091-CFAA-DEE7-F05CB6E22261}"/>
          </ac:picMkLst>
        </pc:picChg>
        <pc:picChg chg="mod">
          <ac:chgData name="Yash Rajendra Tambade" userId="938cdb9d-0ee8-47fb-9f16-d678571847ad" providerId="ADAL" clId="{4C97A283-0D72-5240-B1C6-1E98E9B8452D}" dt="2026-01-31T14:16:04.785" v="27"/>
          <ac:picMkLst>
            <pc:docMk/>
            <pc:sldMk cId="3336638323" sldId="265"/>
            <ac:picMk id="10" creationId="{6EB71A72-BF58-FF60-BBF9-B0E4BD19CD31}"/>
          </ac:picMkLst>
        </pc:picChg>
        <pc:picChg chg="add mod">
          <ac:chgData name="Yash Rajendra Tambade" userId="938cdb9d-0ee8-47fb-9f16-d678571847ad" providerId="ADAL" clId="{4C97A283-0D72-5240-B1C6-1E98E9B8452D}" dt="2026-01-31T14:17:44.929" v="39" actId="167"/>
          <ac:picMkLst>
            <pc:docMk/>
            <pc:sldMk cId="3336638323" sldId="265"/>
            <ac:picMk id="14" creationId="{4FB210E0-3A05-8220-0B90-6E05478B7944}"/>
          </ac:picMkLst>
        </pc:picChg>
        <pc:cxnChg chg="mod">
          <ac:chgData name="Yash Rajendra Tambade" userId="938cdb9d-0ee8-47fb-9f16-d678571847ad" providerId="ADAL" clId="{4C97A283-0D72-5240-B1C6-1E98E9B8452D}" dt="2026-01-31T14:16:04.785" v="27"/>
          <ac:cxnSpMkLst>
            <pc:docMk/>
            <pc:sldMk cId="3336638323" sldId="265"/>
            <ac:cxnSpMk id="7" creationId="{8C49D5E8-1C96-8FB2-A6FE-218A3BE1E7F1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4C85D6-3879-450F-B23A-92EC3EA3658E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9BE2F72-59AA-4BA0-B554-37E8E4464E27}">
      <dgm:prSet phldrT="[Text]" phldr="0"/>
      <dgm:spPr>
        <a:solidFill>
          <a:srgbClr val="A81B50"/>
        </a:solidFill>
      </dgm:spPr>
      <dgm:t>
        <a:bodyPr/>
        <a:lstStyle/>
        <a:p>
          <a:endParaRPr lang="en-IN" dirty="0">
            <a:noFill/>
          </a:endParaRPr>
        </a:p>
      </dgm:t>
    </dgm:pt>
    <dgm:pt modelId="{619ADFB2-E074-4633-8802-25C7C99C30EF}" type="parTrans" cxnId="{6539BC18-905A-45FA-9456-A3C9D61F34C2}">
      <dgm:prSet/>
      <dgm:spPr/>
      <dgm:t>
        <a:bodyPr/>
        <a:lstStyle/>
        <a:p>
          <a:endParaRPr lang="en-IN">
            <a:noFill/>
          </a:endParaRPr>
        </a:p>
      </dgm:t>
    </dgm:pt>
    <dgm:pt modelId="{802312E0-52A3-4669-8FF2-EA991BC14AA3}" type="sibTrans" cxnId="{6539BC18-905A-45FA-9456-A3C9D61F34C2}">
      <dgm:prSet/>
      <dgm:spPr/>
      <dgm:t>
        <a:bodyPr/>
        <a:lstStyle/>
        <a:p>
          <a:endParaRPr lang="en-IN">
            <a:noFill/>
          </a:endParaRPr>
        </a:p>
      </dgm:t>
    </dgm:pt>
    <dgm:pt modelId="{25837FA8-6E77-4BF7-A9BA-AC5C5E9D395D}">
      <dgm:prSet phldrT="[Text]" phldr="0"/>
      <dgm:spPr>
        <a:solidFill>
          <a:srgbClr val="3D2645"/>
        </a:solidFill>
      </dgm:spPr>
      <dgm:t>
        <a:bodyPr/>
        <a:lstStyle/>
        <a:p>
          <a:endParaRPr lang="en-IN" dirty="0">
            <a:noFill/>
          </a:endParaRPr>
        </a:p>
      </dgm:t>
    </dgm:pt>
    <dgm:pt modelId="{CB50F5EE-54B1-483A-A7B7-7BB67371B1D8}" type="parTrans" cxnId="{7188234E-59A8-4DDC-8BA3-878E8E5BC236}">
      <dgm:prSet/>
      <dgm:spPr/>
      <dgm:t>
        <a:bodyPr/>
        <a:lstStyle/>
        <a:p>
          <a:endParaRPr lang="en-IN">
            <a:noFill/>
          </a:endParaRPr>
        </a:p>
      </dgm:t>
    </dgm:pt>
    <dgm:pt modelId="{7B3CADD5-311A-463A-A94A-3CA97E91BED2}" type="sibTrans" cxnId="{7188234E-59A8-4DDC-8BA3-878E8E5BC236}">
      <dgm:prSet/>
      <dgm:spPr/>
      <dgm:t>
        <a:bodyPr/>
        <a:lstStyle/>
        <a:p>
          <a:endParaRPr lang="en-IN">
            <a:noFill/>
          </a:endParaRPr>
        </a:p>
      </dgm:t>
    </dgm:pt>
    <dgm:pt modelId="{5A6C0FD1-9227-4C04-8A53-E54E958646D5}">
      <dgm:prSet phldrT="[Text]" phldr="0"/>
      <dgm:spPr>
        <a:solidFill>
          <a:srgbClr val="832161"/>
        </a:solidFill>
      </dgm:spPr>
      <dgm:t>
        <a:bodyPr/>
        <a:lstStyle/>
        <a:p>
          <a:endParaRPr lang="en-IN" dirty="0">
            <a:noFill/>
          </a:endParaRPr>
        </a:p>
      </dgm:t>
    </dgm:pt>
    <dgm:pt modelId="{00996330-F5A0-47BF-821C-C1FA19022AA6}" type="sibTrans" cxnId="{88ADABB6-AB33-4D2C-BE2C-BCBCEE1F90C6}">
      <dgm:prSet/>
      <dgm:spPr/>
      <dgm:t>
        <a:bodyPr/>
        <a:lstStyle/>
        <a:p>
          <a:endParaRPr lang="en-IN">
            <a:noFill/>
          </a:endParaRPr>
        </a:p>
      </dgm:t>
    </dgm:pt>
    <dgm:pt modelId="{B1D69CF1-09BF-4ABD-96E4-B8CFF36CE5DD}" type="parTrans" cxnId="{88ADABB6-AB33-4D2C-BE2C-BCBCEE1F90C6}">
      <dgm:prSet/>
      <dgm:spPr/>
      <dgm:t>
        <a:bodyPr/>
        <a:lstStyle/>
        <a:p>
          <a:endParaRPr lang="en-IN">
            <a:noFill/>
          </a:endParaRPr>
        </a:p>
      </dgm:t>
    </dgm:pt>
    <dgm:pt modelId="{42A717D4-D576-4CEC-B87E-E1FE1B7A1F6D}" type="pres">
      <dgm:prSet presAssocID="{304C85D6-3879-450F-B23A-92EC3EA3658E}" presName="Name0" presStyleCnt="0">
        <dgm:presLayoutVars>
          <dgm:dir/>
          <dgm:animLvl val="lvl"/>
          <dgm:resizeHandles val="exact"/>
        </dgm:presLayoutVars>
      </dgm:prSet>
      <dgm:spPr/>
    </dgm:pt>
    <dgm:pt modelId="{2A0C4FDE-4E38-4578-ACAE-7D0CFD2CCC57}" type="pres">
      <dgm:prSet presAssocID="{19BE2F72-59AA-4BA0-B554-37E8E4464E27}" presName="Name8" presStyleCnt="0"/>
      <dgm:spPr/>
    </dgm:pt>
    <dgm:pt modelId="{3702C842-BFE0-4B99-A05D-29A81D8F6BFC}" type="pres">
      <dgm:prSet presAssocID="{19BE2F72-59AA-4BA0-B554-37E8E4464E27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BF9036-61CC-41DB-B9A1-A4DA62A4928E}" type="pres">
      <dgm:prSet presAssocID="{19BE2F72-59AA-4BA0-B554-37E8E4464E2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1ECFC4E-A283-4A36-B97D-59BAC352EB00}" type="pres">
      <dgm:prSet presAssocID="{5A6C0FD1-9227-4C04-8A53-E54E958646D5}" presName="Name8" presStyleCnt="0"/>
      <dgm:spPr/>
    </dgm:pt>
    <dgm:pt modelId="{682A09FD-0B11-4005-AFF6-6FAF0EB2F422}" type="pres">
      <dgm:prSet presAssocID="{5A6C0FD1-9227-4C04-8A53-E54E958646D5}" presName="level" presStyleLbl="node1" presStyleIdx="1" presStyleCnt="3">
        <dgm:presLayoutVars>
          <dgm:chMax val="1"/>
          <dgm:bulletEnabled val="1"/>
        </dgm:presLayoutVars>
      </dgm:prSet>
      <dgm:spPr/>
    </dgm:pt>
    <dgm:pt modelId="{FE452874-F706-459D-AB05-C3BBAEFC6337}" type="pres">
      <dgm:prSet presAssocID="{5A6C0FD1-9227-4C04-8A53-E54E958646D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7BA58D1-9FBD-4787-93ED-4B80E6E676B7}" type="pres">
      <dgm:prSet presAssocID="{25837FA8-6E77-4BF7-A9BA-AC5C5E9D395D}" presName="Name8" presStyleCnt="0"/>
      <dgm:spPr/>
    </dgm:pt>
    <dgm:pt modelId="{8A654714-81D3-4A40-A1CD-BA7191ACB2FA}" type="pres">
      <dgm:prSet presAssocID="{25837FA8-6E77-4BF7-A9BA-AC5C5E9D395D}" presName="level" presStyleLbl="node1" presStyleIdx="2" presStyleCnt="3" custLinFactNeighborX="-20135" custLinFactNeighborY="35314">
        <dgm:presLayoutVars>
          <dgm:chMax val="1"/>
          <dgm:bulletEnabled val="1"/>
        </dgm:presLayoutVars>
      </dgm:prSet>
      <dgm:spPr/>
    </dgm:pt>
    <dgm:pt modelId="{A7B62E22-20CB-4503-8BCF-D3B9AA4DBCF1}" type="pres">
      <dgm:prSet presAssocID="{25837FA8-6E77-4BF7-A9BA-AC5C5E9D395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6539BC18-905A-45FA-9456-A3C9D61F34C2}" srcId="{304C85D6-3879-450F-B23A-92EC3EA3658E}" destId="{19BE2F72-59AA-4BA0-B554-37E8E4464E27}" srcOrd="0" destOrd="0" parTransId="{619ADFB2-E074-4633-8802-25C7C99C30EF}" sibTransId="{802312E0-52A3-4669-8FF2-EA991BC14AA3}"/>
    <dgm:cxn modelId="{05A4471B-1B24-42BA-8011-2303E95EF36C}" type="presOf" srcId="{5A6C0FD1-9227-4C04-8A53-E54E958646D5}" destId="{FE452874-F706-459D-AB05-C3BBAEFC6337}" srcOrd="1" destOrd="0" presId="urn:microsoft.com/office/officeart/2005/8/layout/pyramid1"/>
    <dgm:cxn modelId="{B3CB0623-9BD8-48C5-969F-7AA36E9948E5}" type="presOf" srcId="{19BE2F72-59AA-4BA0-B554-37E8E4464E27}" destId="{3702C842-BFE0-4B99-A05D-29A81D8F6BFC}" srcOrd="0" destOrd="0" presId="urn:microsoft.com/office/officeart/2005/8/layout/pyramid1"/>
    <dgm:cxn modelId="{F4E9823C-7BFC-4D85-8B25-D6A837824186}" type="presOf" srcId="{19BE2F72-59AA-4BA0-B554-37E8E4464E27}" destId="{0BBF9036-61CC-41DB-B9A1-A4DA62A4928E}" srcOrd="1" destOrd="0" presId="urn:microsoft.com/office/officeart/2005/8/layout/pyramid1"/>
    <dgm:cxn modelId="{7188234E-59A8-4DDC-8BA3-878E8E5BC236}" srcId="{304C85D6-3879-450F-B23A-92EC3EA3658E}" destId="{25837FA8-6E77-4BF7-A9BA-AC5C5E9D395D}" srcOrd="2" destOrd="0" parTransId="{CB50F5EE-54B1-483A-A7B7-7BB67371B1D8}" sibTransId="{7B3CADD5-311A-463A-A94A-3CA97E91BED2}"/>
    <dgm:cxn modelId="{8520348E-201C-4EB9-8CFA-9D7185538345}" type="presOf" srcId="{304C85D6-3879-450F-B23A-92EC3EA3658E}" destId="{42A717D4-D576-4CEC-B87E-E1FE1B7A1F6D}" srcOrd="0" destOrd="0" presId="urn:microsoft.com/office/officeart/2005/8/layout/pyramid1"/>
    <dgm:cxn modelId="{8EDF719F-C913-4CD9-BF2F-E3C73A4EE261}" type="presOf" srcId="{25837FA8-6E77-4BF7-A9BA-AC5C5E9D395D}" destId="{8A654714-81D3-4A40-A1CD-BA7191ACB2FA}" srcOrd="0" destOrd="0" presId="urn:microsoft.com/office/officeart/2005/8/layout/pyramid1"/>
    <dgm:cxn modelId="{88ADABB6-AB33-4D2C-BE2C-BCBCEE1F90C6}" srcId="{304C85D6-3879-450F-B23A-92EC3EA3658E}" destId="{5A6C0FD1-9227-4C04-8A53-E54E958646D5}" srcOrd="1" destOrd="0" parTransId="{B1D69CF1-09BF-4ABD-96E4-B8CFF36CE5DD}" sibTransId="{00996330-F5A0-47BF-821C-C1FA19022AA6}"/>
    <dgm:cxn modelId="{C72920BC-4C8D-4FB7-9A05-A7F11C7B9802}" type="presOf" srcId="{25837FA8-6E77-4BF7-A9BA-AC5C5E9D395D}" destId="{A7B62E22-20CB-4503-8BCF-D3B9AA4DBCF1}" srcOrd="1" destOrd="0" presId="urn:microsoft.com/office/officeart/2005/8/layout/pyramid1"/>
    <dgm:cxn modelId="{9B3501E5-7848-4792-AB1E-F5C51E5F825D}" type="presOf" srcId="{5A6C0FD1-9227-4C04-8A53-E54E958646D5}" destId="{682A09FD-0B11-4005-AFF6-6FAF0EB2F422}" srcOrd="0" destOrd="0" presId="urn:microsoft.com/office/officeart/2005/8/layout/pyramid1"/>
    <dgm:cxn modelId="{974CFD0D-CEC2-48E5-A122-67CDDDD009F4}" type="presParOf" srcId="{42A717D4-D576-4CEC-B87E-E1FE1B7A1F6D}" destId="{2A0C4FDE-4E38-4578-ACAE-7D0CFD2CCC57}" srcOrd="0" destOrd="0" presId="urn:microsoft.com/office/officeart/2005/8/layout/pyramid1"/>
    <dgm:cxn modelId="{6306CB29-F35E-421C-BD3B-1B4B22E19997}" type="presParOf" srcId="{2A0C4FDE-4E38-4578-ACAE-7D0CFD2CCC57}" destId="{3702C842-BFE0-4B99-A05D-29A81D8F6BFC}" srcOrd="0" destOrd="0" presId="urn:microsoft.com/office/officeart/2005/8/layout/pyramid1"/>
    <dgm:cxn modelId="{CAEDFD83-3890-4E18-97DF-309FA9F91313}" type="presParOf" srcId="{2A0C4FDE-4E38-4578-ACAE-7D0CFD2CCC57}" destId="{0BBF9036-61CC-41DB-B9A1-A4DA62A4928E}" srcOrd="1" destOrd="0" presId="urn:microsoft.com/office/officeart/2005/8/layout/pyramid1"/>
    <dgm:cxn modelId="{599B676E-0BD3-49DF-B1D8-40EE77441CA4}" type="presParOf" srcId="{42A717D4-D576-4CEC-B87E-E1FE1B7A1F6D}" destId="{D1ECFC4E-A283-4A36-B97D-59BAC352EB00}" srcOrd="1" destOrd="0" presId="urn:microsoft.com/office/officeart/2005/8/layout/pyramid1"/>
    <dgm:cxn modelId="{8FB4A078-44F4-405A-B819-C334643858B4}" type="presParOf" srcId="{D1ECFC4E-A283-4A36-B97D-59BAC352EB00}" destId="{682A09FD-0B11-4005-AFF6-6FAF0EB2F422}" srcOrd="0" destOrd="0" presId="urn:microsoft.com/office/officeart/2005/8/layout/pyramid1"/>
    <dgm:cxn modelId="{29A6BC64-5AAD-4E32-9E6F-E3AF83016760}" type="presParOf" srcId="{D1ECFC4E-A283-4A36-B97D-59BAC352EB00}" destId="{FE452874-F706-459D-AB05-C3BBAEFC6337}" srcOrd="1" destOrd="0" presId="urn:microsoft.com/office/officeart/2005/8/layout/pyramid1"/>
    <dgm:cxn modelId="{11B2694C-DA76-491E-B285-6FAB19E3C782}" type="presParOf" srcId="{42A717D4-D576-4CEC-B87E-E1FE1B7A1F6D}" destId="{E7BA58D1-9FBD-4787-93ED-4B80E6E676B7}" srcOrd="2" destOrd="0" presId="urn:microsoft.com/office/officeart/2005/8/layout/pyramid1"/>
    <dgm:cxn modelId="{D06ED2F3-CB7B-4E97-9BDB-9006C57839F5}" type="presParOf" srcId="{E7BA58D1-9FBD-4787-93ED-4B80E6E676B7}" destId="{8A654714-81D3-4A40-A1CD-BA7191ACB2FA}" srcOrd="0" destOrd="0" presId="urn:microsoft.com/office/officeart/2005/8/layout/pyramid1"/>
    <dgm:cxn modelId="{57647C14-B12C-4B1C-88A1-5A7BFF3D0899}" type="presParOf" srcId="{E7BA58D1-9FBD-4787-93ED-4B80E6E676B7}" destId="{A7B62E22-20CB-4503-8BCF-D3B9AA4DBCF1}" srcOrd="1" destOrd="0" presId="urn:microsoft.com/office/officeart/2005/8/layout/pyramid1"/>
  </dgm:cxnLst>
  <dgm:bg/>
  <dgm:whole>
    <a:ln w="76200">
      <a:noFill/>
    </a:ln>
  </dgm:whole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4C85D6-3879-450F-B23A-92EC3EA3658E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19BE2F72-59AA-4BA0-B554-37E8E4464E27}">
      <dgm:prSet phldrT="[Text]" phldr="0"/>
      <dgm:spPr>
        <a:solidFill>
          <a:srgbClr val="A81B50"/>
        </a:solidFill>
      </dgm:spPr>
      <dgm:t>
        <a:bodyPr/>
        <a:lstStyle/>
        <a:p>
          <a:endParaRPr lang="en-IN" dirty="0">
            <a:noFill/>
          </a:endParaRPr>
        </a:p>
      </dgm:t>
    </dgm:pt>
    <dgm:pt modelId="{619ADFB2-E074-4633-8802-25C7C99C30EF}" type="parTrans" cxnId="{6539BC18-905A-45FA-9456-A3C9D61F34C2}">
      <dgm:prSet/>
      <dgm:spPr/>
      <dgm:t>
        <a:bodyPr/>
        <a:lstStyle/>
        <a:p>
          <a:endParaRPr lang="en-IN">
            <a:noFill/>
          </a:endParaRPr>
        </a:p>
      </dgm:t>
    </dgm:pt>
    <dgm:pt modelId="{802312E0-52A3-4669-8FF2-EA991BC14AA3}" type="sibTrans" cxnId="{6539BC18-905A-45FA-9456-A3C9D61F34C2}">
      <dgm:prSet/>
      <dgm:spPr/>
      <dgm:t>
        <a:bodyPr/>
        <a:lstStyle/>
        <a:p>
          <a:endParaRPr lang="en-IN">
            <a:noFill/>
          </a:endParaRPr>
        </a:p>
      </dgm:t>
    </dgm:pt>
    <dgm:pt modelId="{25837FA8-6E77-4BF7-A9BA-AC5C5E9D395D}">
      <dgm:prSet phldrT="[Text]" phldr="0"/>
      <dgm:spPr>
        <a:solidFill>
          <a:srgbClr val="3D2645"/>
        </a:solidFill>
      </dgm:spPr>
      <dgm:t>
        <a:bodyPr/>
        <a:lstStyle/>
        <a:p>
          <a:endParaRPr lang="en-IN" dirty="0">
            <a:noFill/>
          </a:endParaRPr>
        </a:p>
      </dgm:t>
    </dgm:pt>
    <dgm:pt modelId="{CB50F5EE-54B1-483A-A7B7-7BB67371B1D8}" type="parTrans" cxnId="{7188234E-59A8-4DDC-8BA3-878E8E5BC236}">
      <dgm:prSet/>
      <dgm:spPr/>
      <dgm:t>
        <a:bodyPr/>
        <a:lstStyle/>
        <a:p>
          <a:endParaRPr lang="en-IN">
            <a:noFill/>
          </a:endParaRPr>
        </a:p>
      </dgm:t>
    </dgm:pt>
    <dgm:pt modelId="{7B3CADD5-311A-463A-A94A-3CA97E91BED2}" type="sibTrans" cxnId="{7188234E-59A8-4DDC-8BA3-878E8E5BC236}">
      <dgm:prSet/>
      <dgm:spPr/>
      <dgm:t>
        <a:bodyPr/>
        <a:lstStyle/>
        <a:p>
          <a:endParaRPr lang="en-IN">
            <a:noFill/>
          </a:endParaRPr>
        </a:p>
      </dgm:t>
    </dgm:pt>
    <dgm:pt modelId="{5A6C0FD1-9227-4C04-8A53-E54E958646D5}">
      <dgm:prSet phldrT="[Text]" phldr="0"/>
      <dgm:spPr>
        <a:solidFill>
          <a:srgbClr val="832161"/>
        </a:solidFill>
      </dgm:spPr>
      <dgm:t>
        <a:bodyPr/>
        <a:lstStyle/>
        <a:p>
          <a:endParaRPr lang="en-IN" dirty="0">
            <a:noFill/>
          </a:endParaRPr>
        </a:p>
      </dgm:t>
    </dgm:pt>
    <dgm:pt modelId="{00996330-F5A0-47BF-821C-C1FA19022AA6}" type="sibTrans" cxnId="{88ADABB6-AB33-4D2C-BE2C-BCBCEE1F90C6}">
      <dgm:prSet/>
      <dgm:spPr/>
      <dgm:t>
        <a:bodyPr/>
        <a:lstStyle/>
        <a:p>
          <a:endParaRPr lang="en-IN">
            <a:noFill/>
          </a:endParaRPr>
        </a:p>
      </dgm:t>
    </dgm:pt>
    <dgm:pt modelId="{B1D69CF1-09BF-4ABD-96E4-B8CFF36CE5DD}" type="parTrans" cxnId="{88ADABB6-AB33-4D2C-BE2C-BCBCEE1F90C6}">
      <dgm:prSet/>
      <dgm:spPr/>
      <dgm:t>
        <a:bodyPr/>
        <a:lstStyle/>
        <a:p>
          <a:endParaRPr lang="en-IN">
            <a:noFill/>
          </a:endParaRPr>
        </a:p>
      </dgm:t>
    </dgm:pt>
    <dgm:pt modelId="{42A717D4-D576-4CEC-B87E-E1FE1B7A1F6D}" type="pres">
      <dgm:prSet presAssocID="{304C85D6-3879-450F-B23A-92EC3EA3658E}" presName="Name0" presStyleCnt="0">
        <dgm:presLayoutVars>
          <dgm:dir/>
          <dgm:animLvl val="lvl"/>
          <dgm:resizeHandles val="exact"/>
        </dgm:presLayoutVars>
      </dgm:prSet>
      <dgm:spPr/>
    </dgm:pt>
    <dgm:pt modelId="{2A0C4FDE-4E38-4578-ACAE-7D0CFD2CCC57}" type="pres">
      <dgm:prSet presAssocID="{19BE2F72-59AA-4BA0-B554-37E8E4464E27}" presName="Name8" presStyleCnt="0"/>
      <dgm:spPr/>
    </dgm:pt>
    <dgm:pt modelId="{3702C842-BFE0-4B99-A05D-29A81D8F6BFC}" type="pres">
      <dgm:prSet presAssocID="{19BE2F72-59AA-4BA0-B554-37E8E4464E27}" presName="level" presStyleLbl="node1" presStyleIdx="0" presStyleCnt="3">
        <dgm:presLayoutVars>
          <dgm:chMax val="1"/>
          <dgm:bulletEnabled val="1"/>
        </dgm:presLayoutVars>
      </dgm:prSet>
      <dgm:spPr/>
    </dgm:pt>
    <dgm:pt modelId="{0BBF9036-61CC-41DB-B9A1-A4DA62A4928E}" type="pres">
      <dgm:prSet presAssocID="{19BE2F72-59AA-4BA0-B554-37E8E4464E27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1ECFC4E-A283-4A36-B97D-59BAC352EB00}" type="pres">
      <dgm:prSet presAssocID="{5A6C0FD1-9227-4C04-8A53-E54E958646D5}" presName="Name8" presStyleCnt="0"/>
      <dgm:spPr/>
    </dgm:pt>
    <dgm:pt modelId="{682A09FD-0B11-4005-AFF6-6FAF0EB2F422}" type="pres">
      <dgm:prSet presAssocID="{5A6C0FD1-9227-4C04-8A53-E54E958646D5}" presName="level" presStyleLbl="node1" presStyleIdx="1" presStyleCnt="3">
        <dgm:presLayoutVars>
          <dgm:chMax val="1"/>
          <dgm:bulletEnabled val="1"/>
        </dgm:presLayoutVars>
      </dgm:prSet>
      <dgm:spPr/>
    </dgm:pt>
    <dgm:pt modelId="{FE452874-F706-459D-AB05-C3BBAEFC6337}" type="pres">
      <dgm:prSet presAssocID="{5A6C0FD1-9227-4C04-8A53-E54E958646D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7BA58D1-9FBD-4787-93ED-4B80E6E676B7}" type="pres">
      <dgm:prSet presAssocID="{25837FA8-6E77-4BF7-A9BA-AC5C5E9D395D}" presName="Name8" presStyleCnt="0"/>
      <dgm:spPr/>
    </dgm:pt>
    <dgm:pt modelId="{8A654714-81D3-4A40-A1CD-BA7191ACB2FA}" type="pres">
      <dgm:prSet presAssocID="{25837FA8-6E77-4BF7-A9BA-AC5C5E9D395D}" presName="level" presStyleLbl="node1" presStyleIdx="2" presStyleCnt="3" custLinFactNeighborX="-20135" custLinFactNeighborY="35314">
        <dgm:presLayoutVars>
          <dgm:chMax val="1"/>
          <dgm:bulletEnabled val="1"/>
        </dgm:presLayoutVars>
      </dgm:prSet>
      <dgm:spPr/>
    </dgm:pt>
    <dgm:pt modelId="{A7B62E22-20CB-4503-8BCF-D3B9AA4DBCF1}" type="pres">
      <dgm:prSet presAssocID="{25837FA8-6E77-4BF7-A9BA-AC5C5E9D395D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6539BC18-905A-45FA-9456-A3C9D61F34C2}" srcId="{304C85D6-3879-450F-B23A-92EC3EA3658E}" destId="{19BE2F72-59AA-4BA0-B554-37E8E4464E27}" srcOrd="0" destOrd="0" parTransId="{619ADFB2-E074-4633-8802-25C7C99C30EF}" sibTransId="{802312E0-52A3-4669-8FF2-EA991BC14AA3}"/>
    <dgm:cxn modelId="{05A4471B-1B24-42BA-8011-2303E95EF36C}" type="presOf" srcId="{5A6C0FD1-9227-4C04-8A53-E54E958646D5}" destId="{FE452874-F706-459D-AB05-C3BBAEFC6337}" srcOrd="1" destOrd="0" presId="urn:microsoft.com/office/officeart/2005/8/layout/pyramid1"/>
    <dgm:cxn modelId="{B3CB0623-9BD8-48C5-969F-7AA36E9948E5}" type="presOf" srcId="{19BE2F72-59AA-4BA0-B554-37E8E4464E27}" destId="{3702C842-BFE0-4B99-A05D-29A81D8F6BFC}" srcOrd="0" destOrd="0" presId="urn:microsoft.com/office/officeart/2005/8/layout/pyramid1"/>
    <dgm:cxn modelId="{F4E9823C-7BFC-4D85-8B25-D6A837824186}" type="presOf" srcId="{19BE2F72-59AA-4BA0-B554-37E8E4464E27}" destId="{0BBF9036-61CC-41DB-B9A1-A4DA62A4928E}" srcOrd="1" destOrd="0" presId="urn:microsoft.com/office/officeart/2005/8/layout/pyramid1"/>
    <dgm:cxn modelId="{7188234E-59A8-4DDC-8BA3-878E8E5BC236}" srcId="{304C85D6-3879-450F-B23A-92EC3EA3658E}" destId="{25837FA8-6E77-4BF7-A9BA-AC5C5E9D395D}" srcOrd="2" destOrd="0" parTransId="{CB50F5EE-54B1-483A-A7B7-7BB67371B1D8}" sibTransId="{7B3CADD5-311A-463A-A94A-3CA97E91BED2}"/>
    <dgm:cxn modelId="{8520348E-201C-4EB9-8CFA-9D7185538345}" type="presOf" srcId="{304C85D6-3879-450F-B23A-92EC3EA3658E}" destId="{42A717D4-D576-4CEC-B87E-E1FE1B7A1F6D}" srcOrd="0" destOrd="0" presId="urn:microsoft.com/office/officeart/2005/8/layout/pyramid1"/>
    <dgm:cxn modelId="{8EDF719F-C913-4CD9-BF2F-E3C73A4EE261}" type="presOf" srcId="{25837FA8-6E77-4BF7-A9BA-AC5C5E9D395D}" destId="{8A654714-81D3-4A40-A1CD-BA7191ACB2FA}" srcOrd="0" destOrd="0" presId="urn:microsoft.com/office/officeart/2005/8/layout/pyramid1"/>
    <dgm:cxn modelId="{88ADABB6-AB33-4D2C-BE2C-BCBCEE1F90C6}" srcId="{304C85D6-3879-450F-B23A-92EC3EA3658E}" destId="{5A6C0FD1-9227-4C04-8A53-E54E958646D5}" srcOrd="1" destOrd="0" parTransId="{B1D69CF1-09BF-4ABD-96E4-B8CFF36CE5DD}" sibTransId="{00996330-F5A0-47BF-821C-C1FA19022AA6}"/>
    <dgm:cxn modelId="{C72920BC-4C8D-4FB7-9A05-A7F11C7B9802}" type="presOf" srcId="{25837FA8-6E77-4BF7-A9BA-AC5C5E9D395D}" destId="{A7B62E22-20CB-4503-8BCF-D3B9AA4DBCF1}" srcOrd="1" destOrd="0" presId="urn:microsoft.com/office/officeart/2005/8/layout/pyramid1"/>
    <dgm:cxn modelId="{9B3501E5-7848-4792-AB1E-F5C51E5F825D}" type="presOf" srcId="{5A6C0FD1-9227-4C04-8A53-E54E958646D5}" destId="{682A09FD-0B11-4005-AFF6-6FAF0EB2F422}" srcOrd="0" destOrd="0" presId="urn:microsoft.com/office/officeart/2005/8/layout/pyramid1"/>
    <dgm:cxn modelId="{974CFD0D-CEC2-48E5-A122-67CDDDD009F4}" type="presParOf" srcId="{42A717D4-D576-4CEC-B87E-E1FE1B7A1F6D}" destId="{2A0C4FDE-4E38-4578-ACAE-7D0CFD2CCC57}" srcOrd="0" destOrd="0" presId="urn:microsoft.com/office/officeart/2005/8/layout/pyramid1"/>
    <dgm:cxn modelId="{6306CB29-F35E-421C-BD3B-1B4B22E19997}" type="presParOf" srcId="{2A0C4FDE-4E38-4578-ACAE-7D0CFD2CCC57}" destId="{3702C842-BFE0-4B99-A05D-29A81D8F6BFC}" srcOrd="0" destOrd="0" presId="urn:microsoft.com/office/officeart/2005/8/layout/pyramid1"/>
    <dgm:cxn modelId="{CAEDFD83-3890-4E18-97DF-309FA9F91313}" type="presParOf" srcId="{2A0C4FDE-4E38-4578-ACAE-7D0CFD2CCC57}" destId="{0BBF9036-61CC-41DB-B9A1-A4DA62A4928E}" srcOrd="1" destOrd="0" presId="urn:microsoft.com/office/officeart/2005/8/layout/pyramid1"/>
    <dgm:cxn modelId="{599B676E-0BD3-49DF-B1D8-40EE77441CA4}" type="presParOf" srcId="{42A717D4-D576-4CEC-B87E-E1FE1B7A1F6D}" destId="{D1ECFC4E-A283-4A36-B97D-59BAC352EB00}" srcOrd="1" destOrd="0" presId="urn:microsoft.com/office/officeart/2005/8/layout/pyramid1"/>
    <dgm:cxn modelId="{8FB4A078-44F4-405A-B819-C334643858B4}" type="presParOf" srcId="{D1ECFC4E-A283-4A36-B97D-59BAC352EB00}" destId="{682A09FD-0B11-4005-AFF6-6FAF0EB2F422}" srcOrd="0" destOrd="0" presId="urn:microsoft.com/office/officeart/2005/8/layout/pyramid1"/>
    <dgm:cxn modelId="{29A6BC64-5AAD-4E32-9E6F-E3AF83016760}" type="presParOf" srcId="{D1ECFC4E-A283-4A36-B97D-59BAC352EB00}" destId="{FE452874-F706-459D-AB05-C3BBAEFC6337}" srcOrd="1" destOrd="0" presId="urn:microsoft.com/office/officeart/2005/8/layout/pyramid1"/>
    <dgm:cxn modelId="{11B2694C-DA76-491E-B285-6FAB19E3C782}" type="presParOf" srcId="{42A717D4-D576-4CEC-B87E-E1FE1B7A1F6D}" destId="{E7BA58D1-9FBD-4787-93ED-4B80E6E676B7}" srcOrd="2" destOrd="0" presId="urn:microsoft.com/office/officeart/2005/8/layout/pyramid1"/>
    <dgm:cxn modelId="{D06ED2F3-CB7B-4E97-9BDB-9006C57839F5}" type="presParOf" srcId="{E7BA58D1-9FBD-4787-93ED-4B80E6E676B7}" destId="{8A654714-81D3-4A40-A1CD-BA7191ACB2FA}" srcOrd="0" destOrd="0" presId="urn:microsoft.com/office/officeart/2005/8/layout/pyramid1"/>
    <dgm:cxn modelId="{57647C14-B12C-4B1C-88A1-5A7BFF3D0899}" type="presParOf" srcId="{E7BA58D1-9FBD-4787-93ED-4B80E6E676B7}" destId="{A7B62E22-20CB-4503-8BCF-D3B9AA4DBCF1}" srcOrd="1" destOrd="0" presId="urn:microsoft.com/office/officeart/2005/8/layout/pyramid1"/>
  </dgm:cxnLst>
  <dgm:bg/>
  <dgm:whole>
    <a:ln w="76200"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02C842-BFE0-4B99-A05D-29A81D8F6BFC}">
      <dsp:nvSpPr>
        <dsp:cNvPr id="0" name=""/>
        <dsp:cNvSpPr/>
      </dsp:nvSpPr>
      <dsp:spPr>
        <a:xfrm>
          <a:off x="1362252" y="0"/>
          <a:ext cx="1362252" cy="1222163"/>
        </a:xfrm>
        <a:prstGeom prst="trapezoid">
          <a:avLst>
            <a:gd name="adj" fmla="val 55731"/>
          </a:avLst>
        </a:prstGeom>
        <a:solidFill>
          <a:srgbClr val="A81B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>
            <a:noFill/>
          </a:endParaRPr>
        </a:p>
      </dsp:txBody>
      <dsp:txXfrm>
        <a:off x="1362252" y="0"/>
        <a:ext cx="1362252" cy="1222163"/>
      </dsp:txXfrm>
    </dsp:sp>
    <dsp:sp modelId="{682A09FD-0B11-4005-AFF6-6FAF0EB2F422}">
      <dsp:nvSpPr>
        <dsp:cNvPr id="0" name=""/>
        <dsp:cNvSpPr/>
      </dsp:nvSpPr>
      <dsp:spPr>
        <a:xfrm>
          <a:off x="681126" y="1222163"/>
          <a:ext cx="2724505" cy="1222163"/>
        </a:xfrm>
        <a:prstGeom prst="trapezoid">
          <a:avLst>
            <a:gd name="adj" fmla="val 55731"/>
          </a:avLst>
        </a:prstGeom>
        <a:solidFill>
          <a:srgbClr val="83216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>
            <a:noFill/>
          </a:endParaRPr>
        </a:p>
      </dsp:txBody>
      <dsp:txXfrm>
        <a:off x="1157914" y="1222163"/>
        <a:ext cx="1770928" cy="1222163"/>
      </dsp:txXfrm>
    </dsp:sp>
    <dsp:sp modelId="{8A654714-81D3-4A40-A1CD-BA7191ACB2FA}">
      <dsp:nvSpPr>
        <dsp:cNvPr id="0" name=""/>
        <dsp:cNvSpPr/>
      </dsp:nvSpPr>
      <dsp:spPr>
        <a:xfrm>
          <a:off x="0" y="2444326"/>
          <a:ext cx="4086758" cy="1222163"/>
        </a:xfrm>
        <a:prstGeom prst="trapezoid">
          <a:avLst>
            <a:gd name="adj" fmla="val 55731"/>
          </a:avLst>
        </a:prstGeom>
        <a:solidFill>
          <a:srgbClr val="3D264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>
            <a:noFill/>
          </a:endParaRPr>
        </a:p>
      </dsp:txBody>
      <dsp:txXfrm>
        <a:off x="715182" y="2444326"/>
        <a:ext cx="2656392" cy="12221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02C842-BFE0-4B99-A05D-29A81D8F6BFC}">
      <dsp:nvSpPr>
        <dsp:cNvPr id="0" name=""/>
        <dsp:cNvSpPr/>
      </dsp:nvSpPr>
      <dsp:spPr>
        <a:xfrm>
          <a:off x="1362252" y="0"/>
          <a:ext cx="1362252" cy="1222163"/>
        </a:xfrm>
        <a:prstGeom prst="trapezoid">
          <a:avLst>
            <a:gd name="adj" fmla="val 55731"/>
          </a:avLst>
        </a:prstGeom>
        <a:solidFill>
          <a:srgbClr val="A81B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>
            <a:noFill/>
          </a:endParaRPr>
        </a:p>
      </dsp:txBody>
      <dsp:txXfrm>
        <a:off x="1362252" y="0"/>
        <a:ext cx="1362252" cy="1222163"/>
      </dsp:txXfrm>
    </dsp:sp>
    <dsp:sp modelId="{682A09FD-0B11-4005-AFF6-6FAF0EB2F422}">
      <dsp:nvSpPr>
        <dsp:cNvPr id="0" name=""/>
        <dsp:cNvSpPr/>
      </dsp:nvSpPr>
      <dsp:spPr>
        <a:xfrm>
          <a:off x="681126" y="1222163"/>
          <a:ext cx="2724505" cy="1222163"/>
        </a:xfrm>
        <a:prstGeom prst="trapezoid">
          <a:avLst>
            <a:gd name="adj" fmla="val 55731"/>
          </a:avLst>
        </a:prstGeom>
        <a:solidFill>
          <a:srgbClr val="83216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>
            <a:noFill/>
          </a:endParaRPr>
        </a:p>
      </dsp:txBody>
      <dsp:txXfrm>
        <a:off x="1157914" y="1222163"/>
        <a:ext cx="1770928" cy="1222163"/>
      </dsp:txXfrm>
    </dsp:sp>
    <dsp:sp modelId="{8A654714-81D3-4A40-A1CD-BA7191ACB2FA}">
      <dsp:nvSpPr>
        <dsp:cNvPr id="0" name=""/>
        <dsp:cNvSpPr/>
      </dsp:nvSpPr>
      <dsp:spPr>
        <a:xfrm>
          <a:off x="0" y="2444326"/>
          <a:ext cx="4086758" cy="1222163"/>
        </a:xfrm>
        <a:prstGeom prst="trapezoid">
          <a:avLst>
            <a:gd name="adj" fmla="val 55731"/>
          </a:avLst>
        </a:prstGeom>
        <a:solidFill>
          <a:srgbClr val="3D264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500" kern="1200" dirty="0">
            <a:noFill/>
          </a:endParaRPr>
        </a:p>
      </dsp:txBody>
      <dsp:txXfrm>
        <a:off x="715182" y="2444326"/>
        <a:ext cx="2656392" cy="12221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288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4080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-166819" y="2571750"/>
            <a:ext cx="9477638" cy="1566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 err="1">
                <a:solidFill>
                  <a:schemeClr val="lt1"/>
                </a:solidFill>
              </a:rPr>
              <a:t>Javascript</a:t>
            </a:r>
            <a:endParaRPr lang="en-GB" sz="3600" b="1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chemeClr val="lt1"/>
                </a:solidFill>
              </a:rPr>
              <a:t>Group-12 Demis Hassabis</a:t>
            </a:r>
            <a:endParaRPr sz="1000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B959268-7C48-32BA-5470-CE8603A1F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338" y="3819722"/>
            <a:ext cx="918100" cy="878753"/>
          </a:xfrm>
          <a:prstGeom prst="rect">
            <a:avLst/>
          </a:prstGeom>
        </p:spPr>
      </p:pic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86C9C150-84E6-B8F2-332A-8F46CDE12A96}"/>
              </a:ext>
            </a:extLst>
          </p:cNvPr>
          <p:cNvSpPr txBox="1">
            <a:spLocks/>
          </p:cNvSpPr>
          <p:nvPr/>
        </p:nvSpPr>
        <p:spPr>
          <a:xfrm>
            <a:off x="-232186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6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b="1" dirty="0">
                <a:solidFill>
                  <a:srgbClr val="A81B50"/>
                </a:solidFill>
              </a:rPr>
              <a:t>Contents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5EB1C3-731B-DB86-F9ED-D4605051A7C7}"/>
              </a:ext>
            </a:extLst>
          </p:cNvPr>
          <p:cNvSpPr txBox="1"/>
          <p:nvPr/>
        </p:nvSpPr>
        <p:spPr>
          <a:xfrm>
            <a:off x="26638260" y="816763"/>
            <a:ext cx="4715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1. Introduction to Postman Lite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1CB914-62A5-2511-B5DA-FD20250F112E}"/>
              </a:ext>
            </a:extLst>
          </p:cNvPr>
          <p:cNvSpPr txBox="1"/>
          <p:nvPr/>
        </p:nvSpPr>
        <p:spPr>
          <a:xfrm>
            <a:off x="26650611" y="1827897"/>
            <a:ext cx="4715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2. Working mechanism and code</a:t>
            </a:r>
            <a:br>
              <a:rPr lang="en-US" sz="2000" dirty="0">
                <a:latin typeface="Bahnschrift Condensed" panose="020B0502040204020203" pitchFamily="34" charset="0"/>
              </a:rPr>
            </a:br>
            <a:r>
              <a:rPr lang="en-US" sz="2000" dirty="0">
                <a:latin typeface="Bahnschrift Condensed" panose="020B0502040204020203" pitchFamily="34" charset="0"/>
              </a:rPr>
              <a:t>implementation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7C0C6-3528-DD29-3933-C3B0BE428C4B}"/>
              </a:ext>
            </a:extLst>
          </p:cNvPr>
          <p:cNvSpPr txBox="1"/>
          <p:nvPr/>
        </p:nvSpPr>
        <p:spPr>
          <a:xfrm>
            <a:off x="26701607" y="3107576"/>
            <a:ext cx="4715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3. Output and Project wrap-up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295ABB-6E34-C29E-296C-06337E1B1579}"/>
              </a:ext>
            </a:extLst>
          </p:cNvPr>
          <p:cNvSpPr txBox="1"/>
          <p:nvPr/>
        </p:nvSpPr>
        <p:spPr>
          <a:xfrm>
            <a:off x="29876745" y="794439"/>
            <a:ext cx="124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81B50"/>
                </a:solidFill>
              </a:rPr>
              <a:t>01</a:t>
            </a:r>
            <a:endParaRPr lang="en-IN" sz="2400" b="1" dirty="0">
              <a:solidFill>
                <a:srgbClr val="A81B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F8CB28-AD49-08A2-E1FF-E7E68E718C56}"/>
              </a:ext>
            </a:extLst>
          </p:cNvPr>
          <p:cNvSpPr txBox="1"/>
          <p:nvPr/>
        </p:nvSpPr>
        <p:spPr>
          <a:xfrm>
            <a:off x="29920900" y="1901554"/>
            <a:ext cx="124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81B50"/>
                </a:solidFill>
              </a:rPr>
              <a:t>02</a:t>
            </a:r>
            <a:endParaRPr lang="en-IN" sz="2400" b="1" dirty="0">
              <a:solidFill>
                <a:srgbClr val="A81B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3A15F-9750-6EBC-1529-86C85138DD6D}"/>
              </a:ext>
            </a:extLst>
          </p:cNvPr>
          <p:cNvSpPr txBox="1"/>
          <p:nvPr/>
        </p:nvSpPr>
        <p:spPr>
          <a:xfrm>
            <a:off x="29964968" y="3076798"/>
            <a:ext cx="124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81B50"/>
                </a:solidFill>
              </a:rPr>
              <a:t>03</a:t>
            </a:r>
            <a:endParaRPr lang="en-IN" sz="2400" b="1" dirty="0">
              <a:solidFill>
                <a:srgbClr val="A81B5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60D827B-DFE1-AA2C-1E2D-8F0D11BB985A}"/>
              </a:ext>
            </a:extLst>
          </p:cNvPr>
          <p:cNvCxnSpPr>
            <a:cxnSpLocks/>
          </p:cNvCxnSpPr>
          <p:nvPr/>
        </p:nvCxnSpPr>
        <p:spPr>
          <a:xfrm>
            <a:off x="10215402" y="1589517"/>
            <a:ext cx="3860938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D4FB64-9CFA-B6CA-1C96-F107F8A5A366}"/>
              </a:ext>
            </a:extLst>
          </p:cNvPr>
          <p:cNvCxnSpPr>
            <a:cxnSpLocks/>
          </p:cNvCxnSpPr>
          <p:nvPr/>
        </p:nvCxnSpPr>
        <p:spPr>
          <a:xfrm>
            <a:off x="10278749" y="2816750"/>
            <a:ext cx="3797591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95FB2BC-77F9-5339-84C9-0F072CE726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5515110" y="49008104"/>
            <a:ext cx="51435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0C4938C-560D-49EE-51AB-A7B37C7605AA}"/>
              </a:ext>
            </a:extLst>
          </p:cNvPr>
          <p:cNvSpPr/>
          <p:nvPr/>
        </p:nvSpPr>
        <p:spPr>
          <a:xfrm>
            <a:off x="831737" y="8406783"/>
            <a:ext cx="2063261" cy="10777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7DF9069-24A1-F153-C3A7-383E3AE3D2CD}"/>
              </a:ext>
            </a:extLst>
          </p:cNvPr>
          <p:cNvSpPr/>
          <p:nvPr/>
        </p:nvSpPr>
        <p:spPr>
          <a:xfrm>
            <a:off x="0" y="-100325"/>
            <a:ext cx="9387019" cy="5344150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A81B50"/>
                </a:solidFill>
              </a:rPr>
              <a:t>Contents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F533146E-B7C6-06D6-0282-E30AD22506D6}"/>
              </a:ext>
            </a:extLst>
          </p:cNvPr>
          <p:cNvSpPr txBox="1">
            <a:spLocks/>
          </p:cNvSpPr>
          <p:nvPr/>
        </p:nvSpPr>
        <p:spPr>
          <a:xfrm>
            <a:off x="-166819" y="5486400"/>
            <a:ext cx="9477638" cy="1566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GB" sz="3600" b="1" dirty="0" err="1">
                <a:solidFill>
                  <a:schemeClr val="lt1"/>
                </a:solidFill>
              </a:rPr>
              <a:t>Javascript</a:t>
            </a:r>
            <a:endParaRPr lang="en-GB" sz="3600" b="1" dirty="0">
              <a:solidFill>
                <a:schemeClr val="lt1"/>
              </a:solidFill>
            </a:endParaRPr>
          </a:p>
          <a:p>
            <a:pPr marL="0" indent="0" algn="ctr">
              <a:buFont typeface="Arial"/>
              <a:buNone/>
            </a:pPr>
            <a:r>
              <a:rPr lang="en-GB" sz="1000" b="1" dirty="0">
                <a:solidFill>
                  <a:schemeClr val="lt1"/>
                </a:solidFill>
              </a:rPr>
              <a:t>Group-12 Demis Hassabis</a:t>
            </a:r>
          </a:p>
        </p:txBody>
      </p:sp>
      <p:pic>
        <p:nvPicPr>
          <p:cNvPr id="4" name="Google Shape;55;p13" title="download.png">
            <a:extLst>
              <a:ext uri="{FF2B5EF4-FFF2-40B4-BE49-F238E27FC236}">
                <a16:creationId xmlns:a16="http://schemas.microsoft.com/office/drawing/2014/main" id="{C67E65BC-E003-FBB3-F6E1-537E28C484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-1591300"/>
            <a:ext cx="381952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1408C37-03F6-BBA3-2A34-8FA5F18F1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200" y="3819722"/>
            <a:ext cx="918100" cy="8787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1BAD1FE-614A-09AA-8717-22672771B584}"/>
              </a:ext>
            </a:extLst>
          </p:cNvPr>
          <p:cNvCxnSpPr>
            <a:cxnSpLocks/>
          </p:cNvCxnSpPr>
          <p:nvPr/>
        </p:nvCxnSpPr>
        <p:spPr>
          <a:xfrm>
            <a:off x="311700" y="445025"/>
            <a:ext cx="8520600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B92EA6-0B0C-C78B-4510-21D61145C125}"/>
              </a:ext>
            </a:extLst>
          </p:cNvPr>
          <p:cNvCxnSpPr>
            <a:cxnSpLocks/>
          </p:cNvCxnSpPr>
          <p:nvPr/>
        </p:nvCxnSpPr>
        <p:spPr>
          <a:xfrm>
            <a:off x="4971362" y="1589517"/>
            <a:ext cx="3860938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42354F-8705-0796-F8DC-28DF063784A6}"/>
              </a:ext>
            </a:extLst>
          </p:cNvPr>
          <p:cNvCxnSpPr>
            <a:cxnSpLocks/>
          </p:cNvCxnSpPr>
          <p:nvPr/>
        </p:nvCxnSpPr>
        <p:spPr>
          <a:xfrm>
            <a:off x="5034709" y="2816750"/>
            <a:ext cx="3797591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DC9E1D1-350F-AF20-3791-9B769B6F6FA0}"/>
              </a:ext>
            </a:extLst>
          </p:cNvPr>
          <p:cNvSpPr txBox="1"/>
          <p:nvPr/>
        </p:nvSpPr>
        <p:spPr>
          <a:xfrm>
            <a:off x="4971362" y="816763"/>
            <a:ext cx="4715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1. Introduction to Postman Lite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C33281-7940-E625-1AF5-D61ECF4A8574}"/>
              </a:ext>
            </a:extLst>
          </p:cNvPr>
          <p:cNvSpPr txBox="1"/>
          <p:nvPr/>
        </p:nvSpPr>
        <p:spPr>
          <a:xfrm>
            <a:off x="4983713" y="1827897"/>
            <a:ext cx="4715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2. Working mechanism and code</a:t>
            </a:r>
            <a:br>
              <a:rPr lang="en-US" sz="2000" dirty="0">
                <a:latin typeface="Bahnschrift Condensed" panose="020B0502040204020203" pitchFamily="34" charset="0"/>
              </a:rPr>
            </a:br>
            <a:r>
              <a:rPr lang="en-US" sz="2000" dirty="0">
                <a:latin typeface="Bahnschrift Condensed" panose="020B0502040204020203" pitchFamily="34" charset="0"/>
              </a:rPr>
              <a:t>implementation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D1FDED-F724-F92C-4F08-7E42A6F29C4D}"/>
              </a:ext>
            </a:extLst>
          </p:cNvPr>
          <p:cNvSpPr txBox="1"/>
          <p:nvPr/>
        </p:nvSpPr>
        <p:spPr>
          <a:xfrm>
            <a:off x="5034709" y="3107576"/>
            <a:ext cx="4715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3. Output and Project wrap-up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88FDC7-6DD4-3300-F09D-96BC17C0E497}"/>
              </a:ext>
            </a:extLst>
          </p:cNvPr>
          <p:cNvSpPr txBox="1"/>
          <p:nvPr/>
        </p:nvSpPr>
        <p:spPr>
          <a:xfrm>
            <a:off x="8209847" y="794439"/>
            <a:ext cx="124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81B50"/>
                </a:solidFill>
              </a:rPr>
              <a:t>01</a:t>
            </a:r>
            <a:endParaRPr lang="en-IN" sz="2400" b="1" dirty="0">
              <a:solidFill>
                <a:srgbClr val="A81B50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88EE45-C0DA-017D-E534-65B4DCDADF59}"/>
              </a:ext>
            </a:extLst>
          </p:cNvPr>
          <p:cNvSpPr txBox="1"/>
          <p:nvPr/>
        </p:nvSpPr>
        <p:spPr>
          <a:xfrm>
            <a:off x="8254002" y="1901554"/>
            <a:ext cx="124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81B50"/>
                </a:solidFill>
              </a:rPr>
              <a:t>02</a:t>
            </a:r>
            <a:endParaRPr lang="en-IN" sz="2400" b="1" dirty="0">
              <a:solidFill>
                <a:srgbClr val="A81B5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959A48-03C6-9B1A-4D7A-72878E49D589}"/>
              </a:ext>
            </a:extLst>
          </p:cNvPr>
          <p:cNvSpPr txBox="1"/>
          <p:nvPr/>
        </p:nvSpPr>
        <p:spPr>
          <a:xfrm>
            <a:off x="8298070" y="3076798"/>
            <a:ext cx="124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81B50"/>
                </a:solidFill>
              </a:rPr>
              <a:t>03</a:t>
            </a:r>
            <a:endParaRPr lang="en-IN" sz="2400" b="1" dirty="0">
              <a:solidFill>
                <a:srgbClr val="A81B5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DC4A6BA-6858-5CFA-281F-42FDD8787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49991" y="1256104"/>
            <a:ext cx="5143500" cy="5143500"/>
          </a:xfrm>
          <a:prstGeom prst="rect">
            <a:avLst/>
          </a:prstGeom>
        </p:spPr>
      </p:pic>
      <p:sp>
        <p:nvSpPr>
          <p:cNvPr id="7" name="Google Shape;67;p15">
            <a:extLst>
              <a:ext uri="{FF2B5EF4-FFF2-40B4-BE49-F238E27FC236}">
                <a16:creationId xmlns:a16="http://schemas.microsoft.com/office/drawing/2014/main" id="{BC348F87-140B-58A0-B66B-00B29121CA68}"/>
              </a:ext>
            </a:extLst>
          </p:cNvPr>
          <p:cNvSpPr txBox="1">
            <a:spLocks/>
          </p:cNvSpPr>
          <p:nvPr/>
        </p:nvSpPr>
        <p:spPr>
          <a:xfrm>
            <a:off x="-4471321" y="445024"/>
            <a:ext cx="8458105" cy="3062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000">
                <a:solidFill>
                  <a:srgbClr val="A81B50"/>
                </a:solidFill>
                <a:latin typeface="Bahnschrift Condensed" panose="020B0502040204020203" pitchFamily="34" charset="0"/>
              </a:rPr>
              <a:t>1. Introduction to </a:t>
            </a:r>
            <a:br>
              <a:rPr lang="en-US" sz="6000">
                <a:solidFill>
                  <a:srgbClr val="A81B50"/>
                </a:solidFill>
                <a:latin typeface="Bahnschrift Condensed" panose="020B0502040204020203" pitchFamily="34" charset="0"/>
              </a:rPr>
            </a:br>
            <a:br>
              <a:rPr lang="en-US" sz="6000">
                <a:solidFill>
                  <a:srgbClr val="A81B50"/>
                </a:solidFill>
                <a:latin typeface="Bahnschrift Condensed" panose="020B0502040204020203" pitchFamily="34" charset="0"/>
              </a:rPr>
            </a:br>
            <a:endParaRPr lang="en-US" sz="6000" b="1" dirty="0">
              <a:solidFill>
                <a:srgbClr val="A81B50"/>
              </a:solidFill>
            </a:endParaRPr>
          </a:p>
        </p:txBody>
      </p:sp>
      <p:sp>
        <p:nvSpPr>
          <p:cNvPr id="8" name="Google Shape;67;p15">
            <a:extLst>
              <a:ext uri="{FF2B5EF4-FFF2-40B4-BE49-F238E27FC236}">
                <a16:creationId xmlns:a16="http://schemas.microsoft.com/office/drawing/2014/main" id="{4785433E-C050-32CC-36EA-DFFA3C1B4A8C}"/>
              </a:ext>
            </a:extLst>
          </p:cNvPr>
          <p:cNvSpPr txBox="1">
            <a:spLocks/>
          </p:cNvSpPr>
          <p:nvPr/>
        </p:nvSpPr>
        <p:spPr>
          <a:xfrm>
            <a:off x="-4412706" y="140610"/>
            <a:ext cx="9447415" cy="3062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b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</a:br>
            <a: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Postman Lite</a:t>
            </a:r>
            <a:b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</a:br>
            <a:endParaRPr lang="en-US" sz="6000" b="1" dirty="0">
              <a:solidFill>
                <a:srgbClr val="A81B5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1EC8E8-30DE-C872-52DE-B440C7D7A310}"/>
              </a:ext>
            </a:extLst>
          </p:cNvPr>
          <p:cNvSpPr/>
          <p:nvPr/>
        </p:nvSpPr>
        <p:spPr>
          <a:xfrm>
            <a:off x="-304800" y="6557810"/>
            <a:ext cx="10054729" cy="2501506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5D0576-F959-84C4-FED2-BBAC324800CD}"/>
              </a:ext>
            </a:extLst>
          </p:cNvPr>
          <p:cNvSpPr txBox="1"/>
          <p:nvPr/>
        </p:nvSpPr>
        <p:spPr>
          <a:xfrm>
            <a:off x="311700" y="7407333"/>
            <a:ext cx="106451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Postman Lite is a lightweight tool to test REST APIs in the browser.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Works like Postman but no installation needed.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Helps students and developers quickly test API requests.</a:t>
            </a:r>
          </a:p>
          <a:p>
            <a:endParaRPr lang="en-IN" sz="2400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69218D-6ACD-DCEC-351B-86EE0D7FE15A}"/>
              </a:ext>
            </a:extLst>
          </p:cNvPr>
          <p:cNvSpPr/>
          <p:nvPr/>
        </p:nvSpPr>
        <p:spPr>
          <a:xfrm>
            <a:off x="831736" y="-2753825"/>
            <a:ext cx="2063261" cy="10777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7C8BA6-7366-2DB4-402C-BFBBB9DD3520}"/>
              </a:ext>
            </a:extLst>
          </p:cNvPr>
          <p:cNvSpPr/>
          <p:nvPr/>
        </p:nvSpPr>
        <p:spPr>
          <a:xfrm>
            <a:off x="311700" y="1017725"/>
            <a:ext cx="8520600" cy="3539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5817EEB-1954-E304-978D-C590907169D7}"/>
              </a:ext>
            </a:extLst>
          </p:cNvPr>
          <p:cNvSpPr/>
          <p:nvPr/>
        </p:nvSpPr>
        <p:spPr>
          <a:xfrm>
            <a:off x="-304800" y="2630571"/>
            <a:ext cx="10054729" cy="2501506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82427B-CBFD-21FA-A042-EE0E6C71948F}"/>
              </a:ext>
            </a:extLst>
          </p:cNvPr>
          <p:cNvSpPr/>
          <p:nvPr/>
        </p:nvSpPr>
        <p:spPr>
          <a:xfrm>
            <a:off x="831737" y="2088039"/>
            <a:ext cx="2063261" cy="1077797"/>
          </a:xfrm>
          <a:prstGeom prst="rect">
            <a:avLst/>
          </a:prstGeom>
          <a:solidFill>
            <a:srgbClr val="832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5A3F25-656C-14E3-97BB-CEC869613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52589" y="3913243"/>
            <a:ext cx="5143500" cy="5143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10C8B0E-41E3-3276-2886-5E42FC4F0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4200" y="3819722"/>
            <a:ext cx="918100" cy="878753"/>
          </a:xfrm>
          <a:prstGeom prst="rect">
            <a:avLst/>
          </a:prstGeom>
        </p:spPr>
      </p:pic>
      <p:sp>
        <p:nvSpPr>
          <p:cNvPr id="12" name="Google Shape;60;p14">
            <a:extLst>
              <a:ext uri="{FF2B5EF4-FFF2-40B4-BE49-F238E27FC236}">
                <a16:creationId xmlns:a16="http://schemas.microsoft.com/office/drawing/2014/main" id="{38BD35BF-61EB-CF2A-EEC3-76B4B19B248B}"/>
              </a:ext>
            </a:extLst>
          </p:cNvPr>
          <p:cNvSpPr txBox="1">
            <a:spLocks/>
          </p:cNvSpPr>
          <p:nvPr/>
        </p:nvSpPr>
        <p:spPr>
          <a:xfrm>
            <a:off x="311700" y="-338841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A81B50"/>
                </a:solidFill>
              </a:rPr>
              <a:t>Contents</a:t>
            </a:r>
            <a:endParaRPr lang="en-US" b="1" dirty="0">
              <a:solidFill>
                <a:srgbClr val="A81B5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EAB9344-033D-42B1-44CA-0ADEBA4F1836}"/>
              </a:ext>
            </a:extLst>
          </p:cNvPr>
          <p:cNvCxnSpPr>
            <a:cxnSpLocks/>
          </p:cNvCxnSpPr>
          <p:nvPr/>
        </p:nvCxnSpPr>
        <p:spPr>
          <a:xfrm>
            <a:off x="311700" y="-3388419"/>
            <a:ext cx="8520600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BF4B24F-C28F-2F5E-4E69-87E0488B7FD8}"/>
              </a:ext>
            </a:extLst>
          </p:cNvPr>
          <p:cNvCxnSpPr>
            <a:cxnSpLocks/>
          </p:cNvCxnSpPr>
          <p:nvPr/>
        </p:nvCxnSpPr>
        <p:spPr>
          <a:xfrm>
            <a:off x="4971362" y="-2243927"/>
            <a:ext cx="3860938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1FFDFA4-3421-44D8-753E-2CEE2F608D75}"/>
              </a:ext>
            </a:extLst>
          </p:cNvPr>
          <p:cNvCxnSpPr>
            <a:cxnSpLocks/>
          </p:cNvCxnSpPr>
          <p:nvPr/>
        </p:nvCxnSpPr>
        <p:spPr>
          <a:xfrm>
            <a:off x="5034709" y="-1016694"/>
            <a:ext cx="3797591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01BBD4C-A3B7-1DD3-3DCB-F5681FB33BCC}"/>
              </a:ext>
            </a:extLst>
          </p:cNvPr>
          <p:cNvSpPr txBox="1"/>
          <p:nvPr/>
        </p:nvSpPr>
        <p:spPr>
          <a:xfrm>
            <a:off x="4971362" y="-3016681"/>
            <a:ext cx="4715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1. Introduction to Postman Lite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73A678-4E76-4D57-28EB-360864E6D159}"/>
              </a:ext>
            </a:extLst>
          </p:cNvPr>
          <p:cNvSpPr txBox="1"/>
          <p:nvPr/>
        </p:nvSpPr>
        <p:spPr>
          <a:xfrm>
            <a:off x="4983713" y="-2005547"/>
            <a:ext cx="47152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2. Working mechanism and code</a:t>
            </a:r>
            <a:br>
              <a:rPr lang="en-US" sz="2000" dirty="0">
                <a:latin typeface="Bahnschrift Condensed" panose="020B0502040204020203" pitchFamily="34" charset="0"/>
              </a:rPr>
            </a:br>
            <a:r>
              <a:rPr lang="en-US" sz="2000" dirty="0">
                <a:latin typeface="Bahnschrift Condensed" panose="020B0502040204020203" pitchFamily="34" charset="0"/>
              </a:rPr>
              <a:t>implementation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719310E-5F94-5A1D-17E6-DE2334A82863}"/>
              </a:ext>
            </a:extLst>
          </p:cNvPr>
          <p:cNvSpPr txBox="1"/>
          <p:nvPr/>
        </p:nvSpPr>
        <p:spPr>
          <a:xfrm>
            <a:off x="5034709" y="-725868"/>
            <a:ext cx="4715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Bahnschrift Condensed" panose="020B0502040204020203" pitchFamily="34" charset="0"/>
              </a:rPr>
              <a:t>3. Output and Project wrap-up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73B406-0AF4-100B-5002-D2880F6307A0}"/>
              </a:ext>
            </a:extLst>
          </p:cNvPr>
          <p:cNvSpPr txBox="1"/>
          <p:nvPr/>
        </p:nvSpPr>
        <p:spPr>
          <a:xfrm>
            <a:off x="8209847" y="-3039005"/>
            <a:ext cx="124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81B50"/>
                </a:solidFill>
              </a:rPr>
              <a:t>01</a:t>
            </a:r>
            <a:endParaRPr lang="en-IN" sz="2400" b="1" dirty="0">
              <a:solidFill>
                <a:srgbClr val="A81B5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E48F4B-F300-1824-1830-EED8D683820C}"/>
              </a:ext>
            </a:extLst>
          </p:cNvPr>
          <p:cNvSpPr txBox="1"/>
          <p:nvPr/>
        </p:nvSpPr>
        <p:spPr>
          <a:xfrm>
            <a:off x="8254002" y="-1931890"/>
            <a:ext cx="124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81B50"/>
                </a:solidFill>
              </a:rPr>
              <a:t>02</a:t>
            </a:r>
            <a:endParaRPr lang="en-IN" sz="2400" b="1" dirty="0">
              <a:solidFill>
                <a:srgbClr val="A81B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D4F2E1-C48F-9E26-C5B3-D464E8A3B8A2}"/>
              </a:ext>
            </a:extLst>
          </p:cNvPr>
          <p:cNvSpPr txBox="1"/>
          <p:nvPr/>
        </p:nvSpPr>
        <p:spPr>
          <a:xfrm>
            <a:off x="8298070" y="-756646"/>
            <a:ext cx="12449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A81B50"/>
                </a:solidFill>
              </a:rPr>
              <a:t>03</a:t>
            </a:r>
            <a:endParaRPr lang="en-IN" sz="2400" b="1" dirty="0">
              <a:solidFill>
                <a:srgbClr val="A81B5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373EFA-588F-D2B2-7146-F24B71387840}"/>
              </a:ext>
            </a:extLst>
          </p:cNvPr>
          <p:cNvSpPr txBox="1"/>
          <p:nvPr/>
        </p:nvSpPr>
        <p:spPr>
          <a:xfrm>
            <a:off x="311700" y="3480094"/>
            <a:ext cx="7898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Postman Lite is a lightweight tool to test REST APIs in the browser.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Works like Postman but no installation needed.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Helps students and developers quickly test API requests.</a:t>
            </a:r>
          </a:p>
          <a:p>
            <a:endParaRPr lang="en-IN" sz="2400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0C682B36-DB2D-6535-867A-FBB33C3CB069}"/>
              </a:ext>
            </a:extLst>
          </p:cNvPr>
          <p:cNvSpPr/>
          <p:nvPr/>
        </p:nvSpPr>
        <p:spPr>
          <a:xfrm>
            <a:off x="2384913" y="2823785"/>
            <a:ext cx="359595" cy="164000"/>
          </a:xfrm>
          <a:prstGeom prst="rightArrow">
            <a:avLst>
              <a:gd name="adj1" fmla="val 50000"/>
              <a:gd name="adj2" fmla="val 108536"/>
            </a:avLst>
          </a:prstGeom>
          <a:solidFill>
            <a:srgbClr val="8321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FE9536-F50F-4A70-CD7B-01B183A80949}"/>
              </a:ext>
            </a:extLst>
          </p:cNvPr>
          <p:cNvSpPr txBox="1"/>
          <p:nvPr/>
        </p:nvSpPr>
        <p:spPr>
          <a:xfrm>
            <a:off x="952891" y="2170468"/>
            <a:ext cx="876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01</a:t>
            </a:r>
            <a:endParaRPr lang="en-IN" sz="3600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36" name="Google Shape;60;p14">
            <a:extLst>
              <a:ext uri="{FF2B5EF4-FFF2-40B4-BE49-F238E27FC236}">
                <a16:creationId xmlns:a16="http://schemas.microsoft.com/office/drawing/2014/main" id="{6E9E8EC8-F5F2-FE96-682F-316A1427D05C}"/>
              </a:ext>
            </a:extLst>
          </p:cNvPr>
          <p:cNvSpPr txBox="1">
            <a:spLocks/>
          </p:cNvSpPr>
          <p:nvPr/>
        </p:nvSpPr>
        <p:spPr>
          <a:xfrm>
            <a:off x="-5833945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l" eaLnBrk="0" fontAlgn="ctr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rgbClr val="A81B50"/>
                </a:solidFill>
                <a:latin typeface="Bahnschrift" panose="020B0502040204020203" pitchFamily="34" charset="0"/>
              </a:rPr>
              <a:t>Problem Statement for API Testing Tools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CA731F4-F87E-9F77-65A0-535F9C886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8" name="Google Shape;67;p15">
            <a:extLst>
              <a:ext uri="{FF2B5EF4-FFF2-40B4-BE49-F238E27FC236}">
                <a16:creationId xmlns:a16="http://schemas.microsoft.com/office/drawing/2014/main" id="{DA10D229-8618-B6AB-7F57-4099E09AE357}"/>
              </a:ext>
            </a:extLst>
          </p:cNvPr>
          <p:cNvSpPr txBox="1">
            <a:spLocks/>
          </p:cNvSpPr>
          <p:nvPr/>
        </p:nvSpPr>
        <p:spPr>
          <a:xfrm>
            <a:off x="687545" y="445024"/>
            <a:ext cx="12396115" cy="1899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1. Introduction to </a:t>
            </a:r>
            <a:endParaRPr lang="en-US" sz="6000" b="1" dirty="0">
              <a:solidFill>
                <a:srgbClr val="A81B50"/>
              </a:solidFill>
            </a:endParaRPr>
          </a:p>
        </p:txBody>
      </p:sp>
      <p:sp>
        <p:nvSpPr>
          <p:cNvPr id="9" name="Google Shape;67;p15">
            <a:extLst>
              <a:ext uri="{FF2B5EF4-FFF2-40B4-BE49-F238E27FC236}">
                <a16:creationId xmlns:a16="http://schemas.microsoft.com/office/drawing/2014/main" id="{1961B290-3F7E-FB29-15C7-73D6BBBCC18A}"/>
              </a:ext>
            </a:extLst>
          </p:cNvPr>
          <p:cNvSpPr txBox="1">
            <a:spLocks/>
          </p:cNvSpPr>
          <p:nvPr/>
        </p:nvSpPr>
        <p:spPr>
          <a:xfrm>
            <a:off x="746160" y="140610"/>
            <a:ext cx="12396115" cy="2175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b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</a:br>
            <a: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Postman Lite</a:t>
            </a:r>
            <a:endParaRPr lang="en-US" sz="6000" b="1" dirty="0">
              <a:solidFill>
                <a:srgbClr val="A81B50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EF9E6EA-0426-93A7-FDCA-E60054F6EA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293972"/>
              </p:ext>
            </p:extLst>
          </p:nvPr>
        </p:nvGraphicFramePr>
        <p:xfrm>
          <a:off x="-5021731" y="954340"/>
          <a:ext cx="4086758" cy="3666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50EF93-4692-E52A-79BB-562EC5B57AC9}"/>
              </a:ext>
            </a:extLst>
          </p:cNvPr>
          <p:cNvCxnSpPr>
            <a:cxnSpLocks/>
          </p:cNvCxnSpPr>
          <p:nvPr/>
        </p:nvCxnSpPr>
        <p:spPr>
          <a:xfrm>
            <a:off x="-11643175" y="1733266"/>
            <a:ext cx="2610168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25400">
              <a:schemeClr val="tx1"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4B8C2B-FD11-790F-9A91-07B149BF5C40}"/>
              </a:ext>
            </a:extLst>
          </p:cNvPr>
          <p:cNvCxnSpPr/>
          <p:nvPr/>
        </p:nvCxnSpPr>
        <p:spPr>
          <a:xfrm>
            <a:off x="-11643175" y="2841009"/>
            <a:ext cx="2610168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25400">
              <a:schemeClr val="tx1"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57871A-A489-4E60-D0F8-85EE7C6B67EB}"/>
              </a:ext>
            </a:extLst>
          </p:cNvPr>
          <p:cNvCxnSpPr/>
          <p:nvPr/>
        </p:nvCxnSpPr>
        <p:spPr>
          <a:xfrm>
            <a:off x="-11504422" y="4030640"/>
            <a:ext cx="2610168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25400">
              <a:schemeClr val="tx1"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17">
            <a:extLst>
              <a:ext uri="{FF2B5EF4-FFF2-40B4-BE49-F238E27FC236}">
                <a16:creationId xmlns:a16="http://schemas.microsoft.com/office/drawing/2014/main" id="{247DAECF-3877-8246-84B4-3CBC63D90796}"/>
              </a:ext>
            </a:extLst>
          </p:cNvPr>
          <p:cNvSpPr/>
          <p:nvPr/>
        </p:nvSpPr>
        <p:spPr>
          <a:xfrm>
            <a:off x="-9033008" y="1478933"/>
            <a:ext cx="3739411" cy="57270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0">
            <a:extLst>
              <a:ext uri="{FF2B5EF4-FFF2-40B4-BE49-F238E27FC236}">
                <a16:creationId xmlns:a16="http://schemas.microsoft.com/office/drawing/2014/main" id="{76D23012-AAEE-42B4-7BB9-B54BF13C7B1B}"/>
              </a:ext>
            </a:extLst>
          </p:cNvPr>
          <p:cNvSpPr/>
          <p:nvPr/>
        </p:nvSpPr>
        <p:spPr>
          <a:xfrm>
            <a:off x="-9011342" y="2558514"/>
            <a:ext cx="3739411" cy="57270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2">
            <a:extLst>
              <a:ext uri="{FF2B5EF4-FFF2-40B4-BE49-F238E27FC236}">
                <a16:creationId xmlns:a16="http://schemas.microsoft.com/office/drawing/2014/main" id="{C84AE71E-6438-F078-5278-887D64114D96}"/>
              </a:ext>
            </a:extLst>
          </p:cNvPr>
          <p:cNvSpPr/>
          <p:nvPr/>
        </p:nvSpPr>
        <p:spPr>
          <a:xfrm>
            <a:off x="-8894254" y="3746454"/>
            <a:ext cx="3739411" cy="57270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288F02F2-5BF0-87A3-2090-6F05325D6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930006" y="1456179"/>
            <a:ext cx="36303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Support sending GET, POST, PUT, and DELETE requests seamlessly.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B20F3611-8AFF-41D5-3838-6BD307BB6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764393" y="2553057"/>
            <a:ext cx="32990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Show status codes, response headers, and JSON output clearly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1B5DA3BF-1CD7-7EB1-389C-6E2A1DDA8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8930006" y="3719127"/>
            <a:ext cx="40397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Manage error messages effectively, including 404 Not Found.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B1E6C2F2-2922-8600-00B6-9C6FAE5E4237}"/>
              </a:ext>
            </a:extLst>
          </p:cNvPr>
          <p:cNvGrpSpPr/>
          <p:nvPr/>
        </p:nvGrpSpPr>
        <p:grpSpPr>
          <a:xfrm>
            <a:off x="712805" y="2372636"/>
            <a:ext cx="2063261" cy="1077797"/>
            <a:chOff x="831737" y="2088039"/>
            <a:chExt cx="2063261" cy="1077797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FDC9F74-DCF5-E5BB-DD0D-84F5CC870E66}"/>
                </a:ext>
              </a:extLst>
            </p:cNvPr>
            <p:cNvSpPr/>
            <p:nvPr/>
          </p:nvSpPr>
          <p:spPr>
            <a:xfrm>
              <a:off x="831737" y="2088039"/>
              <a:ext cx="2063261" cy="1077797"/>
            </a:xfrm>
            <a:prstGeom prst="rect">
              <a:avLst/>
            </a:prstGeom>
            <a:solidFill>
              <a:srgbClr val="8321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Arrow: Right 7">
              <a:extLst>
                <a:ext uri="{FF2B5EF4-FFF2-40B4-BE49-F238E27FC236}">
                  <a16:creationId xmlns:a16="http://schemas.microsoft.com/office/drawing/2014/main" id="{444E5304-4C5F-AF1F-74DE-246F7877E255}"/>
                </a:ext>
              </a:extLst>
            </p:cNvPr>
            <p:cNvSpPr/>
            <p:nvPr/>
          </p:nvSpPr>
          <p:spPr>
            <a:xfrm>
              <a:off x="2384913" y="2823785"/>
              <a:ext cx="359595" cy="164000"/>
            </a:xfrm>
            <a:prstGeom prst="rightArrow">
              <a:avLst>
                <a:gd name="adj1" fmla="val 50000"/>
                <a:gd name="adj2" fmla="val 108536"/>
              </a:avLst>
            </a:prstGeom>
            <a:solidFill>
              <a:srgbClr val="83216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8C89DE-949D-BB1C-3265-AB84C4AC10E0}"/>
                </a:ext>
              </a:extLst>
            </p:cNvPr>
            <p:cNvSpPr txBox="1"/>
            <p:nvPr/>
          </p:nvSpPr>
          <p:spPr>
            <a:xfrm>
              <a:off x="952891" y="2170468"/>
              <a:ext cx="8760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02</a:t>
              </a:r>
              <a:endParaRPr lang="en-IN" sz="3600" dirty="0">
                <a:solidFill>
                  <a:schemeClr val="bg1"/>
                </a:solidFill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0284F312-356E-8175-7BB1-79B3BD30900B}"/>
              </a:ext>
            </a:extLst>
          </p:cNvPr>
          <p:cNvSpPr/>
          <p:nvPr/>
        </p:nvSpPr>
        <p:spPr>
          <a:xfrm>
            <a:off x="0" y="-100325"/>
            <a:ext cx="9387019" cy="5344150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7B5A8E-DF27-1C24-A252-BC7B457A6181}"/>
              </a:ext>
            </a:extLst>
          </p:cNvPr>
          <p:cNvSpPr/>
          <p:nvPr/>
        </p:nvSpPr>
        <p:spPr>
          <a:xfrm>
            <a:off x="-304800" y="6493661"/>
            <a:ext cx="10054729" cy="25015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969AEE-1388-3C09-CB31-54576A97FC9C}"/>
              </a:ext>
            </a:extLst>
          </p:cNvPr>
          <p:cNvSpPr/>
          <p:nvPr/>
        </p:nvSpPr>
        <p:spPr>
          <a:xfrm>
            <a:off x="831737" y="5951129"/>
            <a:ext cx="2063261" cy="1077797"/>
          </a:xfrm>
          <a:prstGeom prst="rect">
            <a:avLst/>
          </a:prstGeom>
          <a:solidFill>
            <a:srgbClr val="832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2B8CF-381D-95B3-6BA6-154CBC4B4EFE}"/>
              </a:ext>
            </a:extLst>
          </p:cNvPr>
          <p:cNvSpPr txBox="1"/>
          <p:nvPr/>
        </p:nvSpPr>
        <p:spPr>
          <a:xfrm>
            <a:off x="311700" y="7343184"/>
            <a:ext cx="78981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Postman Lite is a lightweight tool to test REST APIs in the browser.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Works like Postman but no installation needed.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Bahnschrift Light Condensed" panose="020B0502040204020203" pitchFamily="34" charset="0"/>
                <a:cs typeface="Times New Roman" panose="02020603050405020304" pitchFamily="18" charset="0"/>
              </a:rPr>
              <a:t>Helps students and developers quickly test API requests.</a:t>
            </a:r>
          </a:p>
          <a:p>
            <a:endParaRPr lang="en-IN" sz="2400" dirty="0">
              <a:latin typeface="Bahnschrift Light Condensed" panose="020B0502040204020203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21945466-03D2-B46E-7275-B40B60A16359}"/>
              </a:ext>
            </a:extLst>
          </p:cNvPr>
          <p:cNvSpPr/>
          <p:nvPr/>
        </p:nvSpPr>
        <p:spPr>
          <a:xfrm>
            <a:off x="2384913" y="6686875"/>
            <a:ext cx="359595" cy="164000"/>
          </a:xfrm>
          <a:prstGeom prst="rightArrow">
            <a:avLst>
              <a:gd name="adj1" fmla="val 50000"/>
              <a:gd name="adj2" fmla="val 108536"/>
            </a:avLst>
          </a:prstGeom>
          <a:solidFill>
            <a:srgbClr val="83216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BE04C3-2183-EAA2-DE7C-419F0D6E3339}"/>
              </a:ext>
            </a:extLst>
          </p:cNvPr>
          <p:cNvSpPr txBox="1"/>
          <p:nvPr/>
        </p:nvSpPr>
        <p:spPr>
          <a:xfrm>
            <a:off x="952891" y="6033558"/>
            <a:ext cx="876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01</a:t>
            </a:r>
            <a:endParaRPr lang="en-IN" sz="3600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</p:txBody>
      </p:sp>
      <p:sp>
        <p:nvSpPr>
          <p:cNvPr id="15" name="Google Shape;67;p15">
            <a:extLst>
              <a:ext uri="{FF2B5EF4-FFF2-40B4-BE49-F238E27FC236}">
                <a16:creationId xmlns:a16="http://schemas.microsoft.com/office/drawing/2014/main" id="{588DDF9B-DE1B-BFB7-8EE8-CB51AF49214B}"/>
              </a:ext>
            </a:extLst>
          </p:cNvPr>
          <p:cNvSpPr txBox="1">
            <a:spLocks/>
          </p:cNvSpPr>
          <p:nvPr/>
        </p:nvSpPr>
        <p:spPr>
          <a:xfrm>
            <a:off x="698558" y="-3858017"/>
            <a:ext cx="12396115" cy="3062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b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</a:br>
            <a: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Postman Lite</a:t>
            </a:r>
            <a:b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</a:br>
            <a:endParaRPr lang="en-US" sz="6000" b="1" dirty="0">
              <a:solidFill>
                <a:srgbClr val="A81B50"/>
              </a:solidFill>
            </a:endParaRPr>
          </a:p>
        </p:txBody>
      </p:sp>
      <p:sp>
        <p:nvSpPr>
          <p:cNvPr id="16" name="Google Shape;67;p15">
            <a:extLst>
              <a:ext uri="{FF2B5EF4-FFF2-40B4-BE49-F238E27FC236}">
                <a16:creationId xmlns:a16="http://schemas.microsoft.com/office/drawing/2014/main" id="{F9D7BE92-76B3-7226-A112-A329A3F188DD}"/>
              </a:ext>
            </a:extLst>
          </p:cNvPr>
          <p:cNvSpPr txBox="1">
            <a:spLocks/>
          </p:cNvSpPr>
          <p:nvPr/>
        </p:nvSpPr>
        <p:spPr>
          <a:xfrm>
            <a:off x="698558" y="-3383122"/>
            <a:ext cx="12396115" cy="30626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1. Introduction to </a:t>
            </a:r>
            <a:b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</a:br>
            <a:br>
              <a:rPr lang="en-US" sz="6000" dirty="0">
                <a:solidFill>
                  <a:srgbClr val="A81B50"/>
                </a:solidFill>
                <a:latin typeface="Bahnschrift Condensed" panose="020B0502040204020203" pitchFamily="34" charset="0"/>
              </a:rPr>
            </a:br>
            <a:endParaRPr lang="en-US" sz="6000" b="1" dirty="0">
              <a:solidFill>
                <a:srgbClr val="A81B50"/>
              </a:solidFill>
            </a:endParaRPr>
          </a:p>
        </p:txBody>
      </p:sp>
      <p:sp>
        <p:nvSpPr>
          <p:cNvPr id="17" name="Google Shape;60;p14">
            <a:extLst>
              <a:ext uri="{FF2B5EF4-FFF2-40B4-BE49-F238E27FC236}">
                <a16:creationId xmlns:a16="http://schemas.microsoft.com/office/drawing/2014/main" id="{D453A5CF-0EEA-F036-9035-E387BA3CED25}"/>
              </a:ext>
            </a:extLst>
          </p:cNvPr>
          <p:cNvSpPr txBox="1">
            <a:spLocks/>
          </p:cNvSpPr>
          <p:nvPr/>
        </p:nvSpPr>
        <p:spPr>
          <a:xfrm>
            <a:off x="116493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l" eaLnBrk="0" fontAlgn="ctr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2400" b="1" dirty="0">
                <a:solidFill>
                  <a:srgbClr val="A81B50"/>
                </a:solidFill>
                <a:latin typeface="Bahnschrift" panose="020B0502040204020203" pitchFamily="34" charset="0"/>
              </a:rPr>
              <a:t>Problem Statement for API Testing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B57D536-2CC9-B481-03C3-F0F96929AAD8}"/>
              </a:ext>
            </a:extLst>
          </p:cNvPr>
          <p:cNvCxnSpPr>
            <a:cxnSpLocks/>
          </p:cNvCxnSpPr>
          <p:nvPr/>
        </p:nvCxnSpPr>
        <p:spPr>
          <a:xfrm>
            <a:off x="2482721" y="1733266"/>
            <a:ext cx="2610168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25400">
              <a:schemeClr val="tx1"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3E4FD2-462D-D7BF-8E32-44D5CAC2EC45}"/>
              </a:ext>
            </a:extLst>
          </p:cNvPr>
          <p:cNvCxnSpPr/>
          <p:nvPr/>
        </p:nvCxnSpPr>
        <p:spPr>
          <a:xfrm>
            <a:off x="2482721" y="2841009"/>
            <a:ext cx="2610168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25400">
              <a:schemeClr val="tx1"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1302CA-E968-9CD3-C2DB-D90153C0B72F}"/>
              </a:ext>
            </a:extLst>
          </p:cNvPr>
          <p:cNvCxnSpPr/>
          <p:nvPr/>
        </p:nvCxnSpPr>
        <p:spPr>
          <a:xfrm>
            <a:off x="2621474" y="4030640"/>
            <a:ext cx="2610168" cy="0"/>
          </a:xfrm>
          <a:prstGeom prst="line">
            <a:avLst/>
          </a:prstGeom>
          <a:ln>
            <a:solidFill>
              <a:schemeClr val="bg1"/>
            </a:solidFill>
          </a:ln>
          <a:effectLst>
            <a:glow rad="25400">
              <a:schemeClr val="tx1"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66904CBC-40E4-B52A-9D00-916825D072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8893949"/>
              </p:ext>
            </p:extLst>
          </p:nvPr>
        </p:nvGraphicFramePr>
        <p:xfrm>
          <a:off x="290035" y="1030011"/>
          <a:ext cx="4086758" cy="3666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9AB1ED6-EE09-20CB-38AD-D6F81808558F}"/>
              </a:ext>
            </a:extLst>
          </p:cNvPr>
          <p:cNvSpPr/>
          <p:nvPr/>
        </p:nvSpPr>
        <p:spPr>
          <a:xfrm>
            <a:off x="5092888" y="1478933"/>
            <a:ext cx="3739411" cy="57270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B435E58-C10F-ED78-76C7-3317A424D40C}"/>
              </a:ext>
            </a:extLst>
          </p:cNvPr>
          <p:cNvSpPr/>
          <p:nvPr/>
        </p:nvSpPr>
        <p:spPr>
          <a:xfrm>
            <a:off x="5114554" y="2558514"/>
            <a:ext cx="3739411" cy="57270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A055416-5628-2AB9-2BF2-60C0F9356FD7}"/>
              </a:ext>
            </a:extLst>
          </p:cNvPr>
          <p:cNvSpPr/>
          <p:nvPr/>
        </p:nvSpPr>
        <p:spPr>
          <a:xfrm>
            <a:off x="5231642" y="3746454"/>
            <a:ext cx="3739411" cy="572700"/>
          </a:xfrm>
          <a:prstGeom prst="roundRect">
            <a:avLst/>
          </a:prstGeom>
          <a:solidFill>
            <a:schemeClr val="bg1"/>
          </a:solidFill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56E695-DC46-08E5-C71D-615D3A04996D}"/>
              </a:ext>
            </a:extLst>
          </p:cNvPr>
          <p:cNvSpPr txBox="1"/>
          <p:nvPr/>
        </p:nvSpPr>
        <p:spPr>
          <a:xfrm>
            <a:off x="2062620" y="1620673"/>
            <a:ext cx="545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0EFF4"/>
                </a:solidFill>
              </a:rPr>
              <a:t>01</a:t>
            </a:r>
            <a:endParaRPr lang="en-IN" sz="2400" b="1" dirty="0">
              <a:solidFill>
                <a:srgbClr val="F0EFF4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B2D3F4-EA9D-97F9-E68F-E3E16B89D0AF}"/>
              </a:ext>
            </a:extLst>
          </p:cNvPr>
          <p:cNvSpPr txBox="1"/>
          <p:nvPr/>
        </p:nvSpPr>
        <p:spPr>
          <a:xfrm>
            <a:off x="2063724" y="2610176"/>
            <a:ext cx="545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0EFF4"/>
                </a:solidFill>
              </a:rPr>
              <a:t>02</a:t>
            </a:r>
            <a:endParaRPr lang="en-IN" sz="2400" b="1" dirty="0">
              <a:solidFill>
                <a:srgbClr val="F0EFF4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79B44F-4173-46EA-D0B7-C45C986E5E14}"/>
              </a:ext>
            </a:extLst>
          </p:cNvPr>
          <p:cNvSpPr txBox="1"/>
          <p:nvPr/>
        </p:nvSpPr>
        <p:spPr>
          <a:xfrm>
            <a:off x="2062620" y="3830512"/>
            <a:ext cx="545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0EFF4"/>
                </a:solidFill>
              </a:rPr>
              <a:t>03</a:t>
            </a:r>
            <a:endParaRPr lang="en-IN" sz="2400" b="1" dirty="0">
              <a:solidFill>
                <a:srgbClr val="F0EFF4"/>
              </a:solidFill>
            </a:endParaRPr>
          </a:p>
        </p:txBody>
      </p:sp>
      <p:sp>
        <p:nvSpPr>
          <p:cNvPr id="30" name="Rectangle 1">
            <a:extLst>
              <a:ext uri="{FF2B5EF4-FFF2-40B4-BE49-F238E27FC236}">
                <a16:creationId xmlns:a16="http://schemas.microsoft.com/office/drawing/2014/main" id="{C57E116D-8D1C-58C4-795E-36B469C48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5890" y="1487175"/>
            <a:ext cx="363030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Support sending GET, POST, PUT, and DELETE requests seamlessly.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E15EE3B2-AD6C-7D58-1ADC-A1CF98548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1503" y="2584053"/>
            <a:ext cx="329907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Show status codes, response headers, and JSON output clearly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18644455-FAEC-6F66-E961-07C75C119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388" y="3750123"/>
            <a:ext cx="40397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oppins" panose="00000500000000000000" pitchFamily="2" charset="0"/>
                <a:cs typeface="Poppins" panose="00000500000000000000" pitchFamily="2" charset="0"/>
              </a:rPr>
              <a:t>Manage error messages effectively, including 404 Not Found.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0EEF8B-F34F-B9EA-076B-EB0B50D28F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4200" y="3819722"/>
            <a:ext cx="918100" cy="87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1533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3C2A6F-6965-1A77-C694-C3AFDF4D26EC}"/>
              </a:ext>
            </a:extLst>
          </p:cNvPr>
          <p:cNvSpPr txBox="1"/>
          <p:nvPr/>
        </p:nvSpPr>
        <p:spPr>
          <a:xfrm>
            <a:off x="228007" y="936434"/>
            <a:ext cx="54145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2. Working mechanism and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FA3B0D-03DB-5464-60CF-2A8C38941ED1}"/>
              </a:ext>
            </a:extLst>
          </p:cNvPr>
          <p:cNvSpPr txBox="1"/>
          <p:nvPr/>
        </p:nvSpPr>
        <p:spPr>
          <a:xfrm>
            <a:off x="220863" y="1449781"/>
            <a:ext cx="51104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code implementation</a:t>
            </a:r>
            <a:endParaRPr lang="en-IN" sz="4400" dirty="0">
              <a:solidFill>
                <a:srgbClr val="A81B5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4A8066-CCFF-0F65-6C2C-609A85F3A836}"/>
              </a:ext>
            </a:extLst>
          </p:cNvPr>
          <p:cNvSpPr/>
          <p:nvPr/>
        </p:nvSpPr>
        <p:spPr>
          <a:xfrm>
            <a:off x="-304801" y="2943225"/>
            <a:ext cx="10054729" cy="2222872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E4B3D4E-106A-DA4D-57C0-C911B3984387}"/>
              </a:ext>
            </a:extLst>
          </p:cNvPr>
          <p:cNvGrpSpPr/>
          <p:nvPr/>
        </p:nvGrpSpPr>
        <p:grpSpPr>
          <a:xfrm>
            <a:off x="712805" y="2372636"/>
            <a:ext cx="2063261" cy="1077797"/>
            <a:chOff x="831737" y="2088039"/>
            <a:chExt cx="2063261" cy="1077797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982165-06E2-3B42-9789-7903DBCA8425}"/>
                </a:ext>
              </a:extLst>
            </p:cNvPr>
            <p:cNvSpPr/>
            <p:nvPr/>
          </p:nvSpPr>
          <p:spPr>
            <a:xfrm>
              <a:off x="831737" y="2088039"/>
              <a:ext cx="2063261" cy="1077797"/>
            </a:xfrm>
            <a:prstGeom prst="rect">
              <a:avLst/>
            </a:prstGeom>
            <a:solidFill>
              <a:srgbClr val="83216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83F7D804-014A-05E0-3339-DFC3B1D99051}"/>
                </a:ext>
              </a:extLst>
            </p:cNvPr>
            <p:cNvSpPr/>
            <p:nvPr/>
          </p:nvSpPr>
          <p:spPr>
            <a:xfrm>
              <a:off x="2384913" y="2823785"/>
              <a:ext cx="359595" cy="164000"/>
            </a:xfrm>
            <a:prstGeom prst="rightArrow">
              <a:avLst>
                <a:gd name="adj1" fmla="val 50000"/>
                <a:gd name="adj2" fmla="val 108536"/>
              </a:avLst>
            </a:prstGeom>
            <a:solidFill>
              <a:srgbClr val="83216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E402C63-27E4-DFF3-7F6A-911E4AA3F984}"/>
                </a:ext>
              </a:extLst>
            </p:cNvPr>
            <p:cNvSpPr txBox="1"/>
            <p:nvPr/>
          </p:nvSpPr>
          <p:spPr>
            <a:xfrm>
              <a:off x="952891" y="2170468"/>
              <a:ext cx="87603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solidFill>
                    <a:schemeClr val="bg1"/>
                  </a:solidFill>
                  <a:latin typeface="Bahnschrift Light Condensed" panose="020B0502040204020203" pitchFamily="34" charset="0"/>
                </a:rPr>
                <a:t>02</a:t>
              </a:r>
              <a:endParaRPr lang="en-IN" sz="3600" dirty="0">
                <a:solidFill>
                  <a:schemeClr val="bg1"/>
                </a:solidFill>
                <a:latin typeface="Bahnschrift Light Condensed" panose="020B0502040204020203" pitchFamily="34" charset="0"/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6079846-0466-56B9-20BC-F3ADAADC9C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3" y="3621791"/>
            <a:ext cx="5734050" cy="14157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tool in browser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Enter API URL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HTTP method (GET/POST/PUT/DELETE)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headers/body if needed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Click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Response shown with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 + JSON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AC00039-5CFC-6B14-C0C1-C2E943068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200" y="3819722"/>
            <a:ext cx="918100" cy="8787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FB84F6-870A-33C0-F1D2-BD854CD4A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27408" y="495150"/>
            <a:ext cx="3876153" cy="458123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C49EE0-E3BD-BE0D-B65A-E67E9916EFF3}"/>
              </a:ext>
            </a:extLst>
          </p:cNvPr>
          <p:cNvSpPr txBox="1"/>
          <p:nvPr/>
        </p:nvSpPr>
        <p:spPr>
          <a:xfrm>
            <a:off x="-4195597" y="264318"/>
            <a:ext cx="6179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Code implementation</a:t>
            </a:r>
            <a:endParaRPr lang="en-IN" sz="2400" dirty="0">
              <a:solidFill>
                <a:srgbClr val="A81B5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44270B6-0104-D020-B4F5-89AB84DAE6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0320" y="480194"/>
            <a:ext cx="2765932" cy="415051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9B87B31-864A-97B6-5A36-17D550B204A5}"/>
              </a:ext>
            </a:extLst>
          </p:cNvPr>
          <p:cNvSpPr txBox="1"/>
          <p:nvPr/>
        </p:nvSpPr>
        <p:spPr>
          <a:xfrm>
            <a:off x="4445910" y="5980624"/>
            <a:ext cx="3420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This JavaScript code is the </a:t>
            </a:r>
            <a:r>
              <a:rPr lang="en-US" sz="900" b="1" dirty="0"/>
              <a:t>core logic</a:t>
            </a:r>
            <a:r>
              <a:rPr lang="en-US" sz="900" dirty="0"/>
              <a:t> of Postman Lite. It reads the URL, HTTP method, headers, and body from the user and sends the request using </a:t>
            </a:r>
            <a:r>
              <a:rPr lang="en-US" sz="900" b="1" dirty="0"/>
              <a:t>Fetch API</a:t>
            </a:r>
            <a:r>
              <a:rPr lang="en-US" sz="900" dirty="0"/>
              <a:t>.</a:t>
            </a:r>
          </a:p>
          <a:p>
            <a:endParaRPr lang="en-US" sz="900" dirty="0"/>
          </a:p>
          <a:p>
            <a:r>
              <a:rPr lang="en-US" sz="900" dirty="0"/>
              <a:t>The response is displayed in the browser, showing:</a:t>
            </a:r>
          </a:p>
          <a:p>
            <a:r>
              <a:rPr lang="en-US" sz="900" b="1" dirty="0"/>
              <a:t>Status code</a:t>
            </a:r>
            <a:r>
              <a:rPr lang="en-US" sz="900" dirty="0"/>
              <a:t> (e.g., 200 OK)</a:t>
            </a:r>
          </a:p>
          <a:p>
            <a:r>
              <a:rPr lang="en-US" sz="900" b="1" dirty="0"/>
              <a:t>Response headers</a:t>
            </a:r>
            <a:endParaRPr lang="en-US" sz="900" dirty="0"/>
          </a:p>
          <a:p>
            <a:r>
              <a:rPr lang="en-US" sz="900" b="1" dirty="0"/>
              <a:t>Body</a:t>
            </a:r>
            <a:r>
              <a:rPr lang="en-US" sz="900" dirty="0"/>
              <a:t> (JSON or text)</a:t>
            </a:r>
          </a:p>
        </p:txBody>
      </p:sp>
    </p:spTree>
    <p:extLst>
      <p:ext uri="{BB962C8B-B14F-4D97-AF65-F5344CB8AC3E}">
        <p14:creationId xmlns:p14="http://schemas.microsoft.com/office/powerpoint/2010/main" val="23228683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35C7-B509-BFFC-256C-4301EC7B6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177CFBB-2864-A365-E570-0408E5BE9011}"/>
              </a:ext>
            </a:extLst>
          </p:cNvPr>
          <p:cNvSpPr/>
          <p:nvPr/>
        </p:nvSpPr>
        <p:spPr>
          <a:xfrm>
            <a:off x="0" y="-100325"/>
            <a:ext cx="9387019" cy="5344150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85DA1F-E685-7983-8EAB-6FD7D32F8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4200" y="3819722"/>
            <a:ext cx="918100" cy="8787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F31692-1B50-58AE-349F-A84C4ECD8279}"/>
              </a:ext>
            </a:extLst>
          </p:cNvPr>
          <p:cNvSpPr txBox="1"/>
          <p:nvPr/>
        </p:nvSpPr>
        <p:spPr>
          <a:xfrm>
            <a:off x="628654" y="264318"/>
            <a:ext cx="6179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Code implementation</a:t>
            </a:r>
            <a:endParaRPr lang="en-IN" sz="2400" dirty="0">
              <a:solidFill>
                <a:srgbClr val="A81B5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71F219-AC25-83F6-AB57-385D6C695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10" y="495150"/>
            <a:ext cx="3876153" cy="45812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3742A55-5640-B03E-0A49-F05D470C9743}"/>
              </a:ext>
            </a:extLst>
          </p:cNvPr>
          <p:cNvSpPr txBox="1"/>
          <p:nvPr/>
        </p:nvSpPr>
        <p:spPr>
          <a:xfrm>
            <a:off x="4445910" y="3678853"/>
            <a:ext cx="3420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This JavaScript code is the </a:t>
            </a:r>
            <a:r>
              <a:rPr lang="en-US" sz="900" b="1" dirty="0"/>
              <a:t>core logic</a:t>
            </a:r>
            <a:r>
              <a:rPr lang="en-US" sz="900" dirty="0"/>
              <a:t> of Postman Lite. It reads the URL, HTTP method, headers, and body from the user and sends the request using </a:t>
            </a:r>
            <a:r>
              <a:rPr lang="en-US" sz="900" b="1" dirty="0"/>
              <a:t>Fetch API</a:t>
            </a:r>
            <a:r>
              <a:rPr lang="en-US" sz="900" dirty="0"/>
              <a:t>.</a:t>
            </a:r>
          </a:p>
          <a:p>
            <a:endParaRPr lang="en-US" sz="900" dirty="0"/>
          </a:p>
          <a:p>
            <a:r>
              <a:rPr lang="en-US" sz="900" dirty="0"/>
              <a:t>The response is displayed in the browser, showing:</a:t>
            </a:r>
          </a:p>
          <a:p>
            <a:r>
              <a:rPr lang="en-US" sz="900" b="1" dirty="0"/>
              <a:t>Status code</a:t>
            </a:r>
            <a:r>
              <a:rPr lang="en-US" sz="900" dirty="0"/>
              <a:t> (e.g., 200 OK)</a:t>
            </a:r>
          </a:p>
          <a:p>
            <a:r>
              <a:rPr lang="en-US" sz="900" b="1" dirty="0"/>
              <a:t>Response headers</a:t>
            </a:r>
            <a:endParaRPr lang="en-US" sz="900" dirty="0"/>
          </a:p>
          <a:p>
            <a:r>
              <a:rPr lang="en-US" sz="900" b="1" dirty="0"/>
              <a:t>Body</a:t>
            </a:r>
            <a:r>
              <a:rPr lang="en-US" sz="900" dirty="0"/>
              <a:t> (JSON or text)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21F3ED-5841-D5AC-750E-C9214C3A6EF9}"/>
              </a:ext>
            </a:extLst>
          </p:cNvPr>
          <p:cNvCxnSpPr/>
          <p:nvPr/>
        </p:nvCxnSpPr>
        <p:spPr>
          <a:xfrm>
            <a:off x="4321973" y="725983"/>
            <a:ext cx="0" cy="4153199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34AC3A-0599-894C-D5DC-AFA9721ADE50}"/>
              </a:ext>
            </a:extLst>
          </p:cNvPr>
          <p:cNvCxnSpPr/>
          <p:nvPr/>
        </p:nvCxnSpPr>
        <p:spPr>
          <a:xfrm>
            <a:off x="4314829" y="3650277"/>
            <a:ext cx="3551862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8A89011-4542-2165-955E-DA8C5A60E8D9}"/>
              </a:ext>
            </a:extLst>
          </p:cNvPr>
          <p:cNvSpPr/>
          <p:nvPr/>
        </p:nvSpPr>
        <p:spPr>
          <a:xfrm>
            <a:off x="4214821" y="3584125"/>
            <a:ext cx="168542" cy="132303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03FD7B9-6207-C1F2-4A75-29DCA927A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0759" y="480194"/>
            <a:ext cx="2765932" cy="415051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E1B147-CFF6-D2BE-CD73-420BC4B7A757}"/>
              </a:ext>
            </a:extLst>
          </p:cNvPr>
          <p:cNvSpPr txBox="1"/>
          <p:nvPr/>
        </p:nvSpPr>
        <p:spPr>
          <a:xfrm>
            <a:off x="-6399566" y="279947"/>
            <a:ext cx="6093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3. Output and Project wrap-up</a:t>
            </a:r>
            <a:endParaRPr lang="en-IN" sz="4000" dirty="0">
              <a:solidFill>
                <a:srgbClr val="A81B50"/>
              </a:solidFill>
              <a:latin typeface="Bahnschrift Condensed" panose="020B0502040204020203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C3347D-4BF9-0520-EB66-30BDA824D66D}"/>
              </a:ext>
            </a:extLst>
          </p:cNvPr>
          <p:cNvGrpSpPr/>
          <p:nvPr/>
        </p:nvGrpSpPr>
        <p:grpSpPr>
          <a:xfrm>
            <a:off x="-5052447" y="1066056"/>
            <a:ext cx="7135980" cy="4077444"/>
            <a:chOff x="0" y="1066056"/>
            <a:chExt cx="7135980" cy="407744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CADD590-ED35-36FC-FEBC-2D1924661FEE}"/>
                </a:ext>
              </a:extLst>
            </p:cNvPr>
            <p:cNvCxnSpPr>
              <a:cxnSpLocks/>
            </p:cNvCxnSpPr>
            <p:nvPr/>
          </p:nvCxnSpPr>
          <p:spPr>
            <a:xfrm>
              <a:off x="4326553" y="1066056"/>
              <a:ext cx="0" cy="3813126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4F9500C-49D2-E1FE-CE93-15D0E2A6DC97}"/>
                </a:ext>
              </a:extLst>
            </p:cNvPr>
            <p:cNvSpPr/>
            <p:nvPr/>
          </p:nvSpPr>
          <p:spPr>
            <a:xfrm>
              <a:off x="4219401" y="3594958"/>
              <a:ext cx="153926" cy="121470"/>
            </a:xfrm>
            <a:prstGeom prst="rect">
              <a:avLst/>
            </a:prstGeom>
            <a:solidFill>
              <a:srgbClr val="F0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22" name="Picture 21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4AD72EC-63AD-9CF0-411E-ABA612A7E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0897" t="23449" r="40938" b="69447"/>
            <a:stretch>
              <a:fillRect/>
            </a:stretch>
          </p:blipFill>
          <p:spPr>
            <a:xfrm>
              <a:off x="1224513" y="1134329"/>
              <a:ext cx="3467674" cy="497476"/>
            </a:xfrm>
            <a:prstGeom prst="rect">
              <a:avLst/>
            </a:prstGeom>
          </p:spPr>
        </p:pic>
        <p:pic>
          <p:nvPicPr>
            <p:cNvPr id="23" name="Picture 2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676ED79E-AACC-EDF5-2632-7CB884BF2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084912"/>
              <a:ext cx="7135980" cy="40585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665617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8EB4-9906-C5F8-DE04-900346DEB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54014BA-A96C-1E42-8120-59389FBB66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65" t="2015" r="34589"/>
          <a:stretch>
            <a:fillRect/>
          </a:stretch>
        </p:blipFill>
        <p:spPr>
          <a:xfrm>
            <a:off x="142575" y="1066056"/>
            <a:ext cx="4504437" cy="40052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C53313-8130-D6E0-5B35-8CC0ACC67273}"/>
              </a:ext>
            </a:extLst>
          </p:cNvPr>
          <p:cNvSpPr txBox="1"/>
          <p:nvPr/>
        </p:nvSpPr>
        <p:spPr>
          <a:xfrm>
            <a:off x="628654" y="-747359"/>
            <a:ext cx="6179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Code implementation</a:t>
            </a:r>
            <a:endParaRPr lang="en-IN" sz="2400" dirty="0">
              <a:solidFill>
                <a:srgbClr val="A81B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475E27-0782-34AE-D468-B86A62B3B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10" y="11962575"/>
            <a:ext cx="3876153" cy="45812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C8E63D-D3B0-B774-AFB9-62BBC1D39DC5}"/>
              </a:ext>
            </a:extLst>
          </p:cNvPr>
          <p:cNvSpPr txBox="1"/>
          <p:nvPr/>
        </p:nvSpPr>
        <p:spPr>
          <a:xfrm>
            <a:off x="4445910" y="5896759"/>
            <a:ext cx="34207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This JavaScript code is the </a:t>
            </a:r>
            <a:r>
              <a:rPr lang="en-US" sz="900" b="1" dirty="0"/>
              <a:t>core logic</a:t>
            </a:r>
            <a:r>
              <a:rPr lang="en-US" sz="900" dirty="0"/>
              <a:t> of Postman Lite. It reads the URL, HTTP method, headers, and body from the user and sends the request using </a:t>
            </a:r>
            <a:r>
              <a:rPr lang="en-US" sz="900" b="1" dirty="0"/>
              <a:t>Fetch API</a:t>
            </a:r>
            <a:r>
              <a:rPr lang="en-US" sz="900" dirty="0"/>
              <a:t>.</a:t>
            </a:r>
          </a:p>
          <a:p>
            <a:endParaRPr lang="en-US" sz="900" dirty="0"/>
          </a:p>
          <a:p>
            <a:r>
              <a:rPr lang="en-US" sz="900" dirty="0"/>
              <a:t>The response is displayed in the browser, showing:</a:t>
            </a:r>
          </a:p>
          <a:p>
            <a:r>
              <a:rPr lang="en-US" sz="900" b="1" dirty="0"/>
              <a:t>Status code</a:t>
            </a:r>
            <a:r>
              <a:rPr lang="en-US" sz="900" dirty="0"/>
              <a:t> (e.g., 200 OK)</a:t>
            </a:r>
          </a:p>
          <a:p>
            <a:r>
              <a:rPr lang="en-US" sz="900" b="1" dirty="0"/>
              <a:t>Response headers</a:t>
            </a:r>
            <a:endParaRPr lang="en-US" sz="900" dirty="0"/>
          </a:p>
          <a:p>
            <a:r>
              <a:rPr lang="en-US" sz="900" b="1" dirty="0"/>
              <a:t>Body</a:t>
            </a:r>
            <a:r>
              <a:rPr lang="en-US" sz="900" dirty="0"/>
              <a:t> (JSON or text)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1B4EA7-F224-83F8-D0C8-8F6FFAF82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1320" y="480194"/>
            <a:ext cx="2765932" cy="415051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FDF7967-D004-30C1-C4FB-30A8DE888E65}"/>
              </a:ext>
            </a:extLst>
          </p:cNvPr>
          <p:cNvSpPr/>
          <p:nvPr/>
        </p:nvSpPr>
        <p:spPr>
          <a:xfrm>
            <a:off x="-121510" y="-15109"/>
            <a:ext cx="9387019" cy="5344150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9E8FA5-6761-DAE8-8A5F-C0816B49DD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4200" y="3850718"/>
            <a:ext cx="918100" cy="87875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D0F12F3-F21C-5081-2ED8-028F9B2FE134}"/>
              </a:ext>
            </a:extLst>
          </p:cNvPr>
          <p:cNvGrpSpPr/>
          <p:nvPr/>
        </p:nvGrpSpPr>
        <p:grpSpPr>
          <a:xfrm>
            <a:off x="0" y="1066056"/>
            <a:ext cx="7135980" cy="4077444"/>
            <a:chOff x="0" y="1066056"/>
            <a:chExt cx="7135980" cy="407744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7C310C3-04E5-84DE-EE55-49109C5BD1E3}"/>
                </a:ext>
              </a:extLst>
            </p:cNvPr>
            <p:cNvCxnSpPr>
              <a:cxnSpLocks/>
            </p:cNvCxnSpPr>
            <p:nvPr/>
          </p:nvCxnSpPr>
          <p:spPr>
            <a:xfrm>
              <a:off x="4326553" y="1066056"/>
              <a:ext cx="0" cy="3813126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48DC58-30CB-ACE2-274D-0E942EE1DBB2}"/>
                </a:ext>
              </a:extLst>
            </p:cNvPr>
            <p:cNvSpPr/>
            <p:nvPr/>
          </p:nvSpPr>
          <p:spPr>
            <a:xfrm>
              <a:off x="4219401" y="3594958"/>
              <a:ext cx="153926" cy="121470"/>
            </a:xfrm>
            <a:prstGeom prst="rect">
              <a:avLst/>
            </a:prstGeom>
            <a:solidFill>
              <a:srgbClr val="F0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6" name="Picture 15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1B982527-8E63-4EF0-E068-8124772CE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30897" t="23449" r="40938" b="69447"/>
            <a:stretch>
              <a:fillRect/>
            </a:stretch>
          </p:blipFill>
          <p:spPr>
            <a:xfrm>
              <a:off x="1224513" y="1134329"/>
              <a:ext cx="3467674" cy="497476"/>
            </a:xfrm>
            <a:prstGeom prst="rect">
              <a:avLst/>
            </a:prstGeom>
          </p:spPr>
        </p:pic>
        <p:pic>
          <p:nvPicPr>
            <p:cNvPr id="15" name="Picture 1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A0F0E6D-85B0-81C0-5B05-600AF00FC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1084912"/>
              <a:ext cx="7135980" cy="4058588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5E7AFE4E-5AD7-4A7D-10F9-2FD6F97A721B}"/>
              </a:ext>
            </a:extLst>
          </p:cNvPr>
          <p:cNvSpPr txBox="1"/>
          <p:nvPr/>
        </p:nvSpPr>
        <p:spPr>
          <a:xfrm>
            <a:off x="233710" y="295445"/>
            <a:ext cx="6093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3. Output and Project wrap-up</a:t>
            </a:r>
            <a:endParaRPr lang="en-IN" sz="4000" dirty="0">
              <a:solidFill>
                <a:srgbClr val="A81B5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FE52B3-BB2B-C9B8-01AF-E80592CEC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8844" y="1048858"/>
            <a:ext cx="316164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HTTP response code (e.g., 200 OK, 404 Not Found)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Key-value pairs from server response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Body: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JSON or text data returned by the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Clearly shown if the request fails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31A94AD-FB66-02B8-C251-F78566137D62}"/>
              </a:ext>
            </a:extLst>
          </p:cNvPr>
          <p:cNvCxnSpPr/>
          <p:nvPr/>
        </p:nvCxnSpPr>
        <p:spPr>
          <a:xfrm>
            <a:off x="4910910" y="942956"/>
            <a:ext cx="0" cy="4153199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C9D7FD2-0743-754A-34C5-FAED2F451C7C}"/>
              </a:ext>
            </a:extLst>
          </p:cNvPr>
          <p:cNvCxnSpPr/>
          <p:nvPr/>
        </p:nvCxnSpPr>
        <p:spPr>
          <a:xfrm>
            <a:off x="4903766" y="3851752"/>
            <a:ext cx="3551862" cy="0"/>
          </a:xfrm>
          <a:prstGeom prst="line">
            <a:avLst/>
          </a:prstGeom>
          <a:ln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92AD8BE-82CE-5304-26BD-C90B553E56DC}"/>
              </a:ext>
            </a:extLst>
          </p:cNvPr>
          <p:cNvSpPr/>
          <p:nvPr/>
        </p:nvSpPr>
        <p:spPr>
          <a:xfrm>
            <a:off x="4803758" y="3785600"/>
            <a:ext cx="168542" cy="132303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F31C73E-11DD-8FE7-356D-A6B0D6D0FF39}"/>
              </a:ext>
            </a:extLst>
          </p:cNvPr>
          <p:cNvCxnSpPr>
            <a:cxnSpLocks/>
          </p:cNvCxnSpPr>
          <p:nvPr/>
        </p:nvCxnSpPr>
        <p:spPr>
          <a:xfrm>
            <a:off x="141218" y="909976"/>
            <a:ext cx="1083295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0B7B7B5-4FBE-E46C-4FDA-655443E88EC9}"/>
              </a:ext>
            </a:extLst>
          </p:cNvPr>
          <p:cNvCxnSpPr>
            <a:cxnSpLocks/>
          </p:cNvCxnSpPr>
          <p:nvPr/>
        </p:nvCxnSpPr>
        <p:spPr>
          <a:xfrm>
            <a:off x="5331415" y="909976"/>
            <a:ext cx="3270144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8D1499-9CAB-377B-BE5D-3D085608D7EA}"/>
              </a:ext>
            </a:extLst>
          </p:cNvPr>
          <p:cNvCxnSpPr>
            <a:cxnSpLocks/>
          </p:cNvCxnSpPr>
          <p:nvPr/>
        </p:nvCxnSpPr>
        <p:spPr>
          <a:xfrm>
            <a:off x="3363132" y="909976"/>
            <a:ext cx="1208868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7796F3A-7359-17A6-D338-EDA556C003A1}"/>
              </a:ext>
            </a:extLst>
          </p:cNvPr>
          <p:cNvCxnSpPr>
            <a:cxnSpLocks/>
          </p:cNvCxnSpPr>
          <p:nvPr/>
        </p:nvCxnSpPr>
        <p:spPr>
          <a:xfrm>
            <a:off x="1394847" y="909976"/>
            <a:ext cx="1751309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A020E72-9D1D-BD86-E154-5BE28BD0F9F5}"/>
              </a:ext>
            </a:extLst>
          </p:cNvPr>
          <p:cNvCxnSpPr>
            <a:cxnSpLocks/>
          </p:cNvCxnSpPr>
          <p:nvPr/>
        </p:nvCxnSpPr>
        <p:spPr>
          <a:xfrm>
            <a:off x="4707685" y="909976"/>
            <a:ext cx="468748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259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omputer screen with a rocket and light bulb&#10;&#10;AI-generated content may be incorrect.">
            <a:extLst>
              <a:ext uri="{FF2B5EF4-FFF2-40B4-BE49-F238E27FC236}">
                <a16:creationId xmlns:a16="http://schemas.microsoft.com/office/drawing/2014/main" id="{4FB210E0-3A05-8220-0B90-6E05478B7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221" y="3991375"/>
            <a:ext cx="1629913" cy="108491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1A96513-032C-F2AB-E05F-C9DBD07DB22E}"/>
              </a:ext>
            </a:extLst>
          </p:cNvPr>
          <p:cNvGrpSpPr/>
          <p:nvPr/>
        </p:nvGrpSpPr>
        <p:grpSpPr>
          <a:xfrm>
            <a:off x="2008019" y="742805"/>
            <a:ext cx="7406913" cy="4336319"/>
            <a:chOff x="0" y="1066056"/>
            <a:chExt cx="7135980" cy="4077444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C49D5E8-1C96-8FB2-A6FE-218A3BE1E7F1}"/>
                </a:ext>
              </a:extLst>
            </p:cNvPr>
            <p:cNvCxnSpPr>
              <a:cxnSpLocks/>
            </p:cNvCxnSpPr>
            <p:nvPr/>
          </p:nvCxnSpPr>
          <p:spPr>
            <a:xfrm>
              <a:off x="4326553" y="1066056"/>
              <a:ext cx="0" cy="3813126"/>
            </a:xfrm>
            <a:prstGeom prst="line">
              <a:avLst/>
            </a:prstGeom>
            <a:ln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7F9B86C-DE96-AEBB-24FC-0B3AB5519B30}"/>
                </a:ext>
              </a:extLst>
            </p:cNvPr>
            <p:cNvSpPr/>
            <p:nvPr/>
          </p:nvSpPr>
          <p:spPr>
            <a:xfrm>
              <a:off x="4219401" y="3594958"/>
              <a:ext cx="153926" cy="121470"/>
            </a:xfrm>
            <a:prstGeom prst="rect">
              <a:avLst/>
            </a:prstGeom>
            <a:solidFill>
              <a:srgbClr val="F0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D8C1A8B-C091-CFAA-DEE7-F05CB6E2226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0897" t="23449" r="40938" b="69447"/>
            <a:stretch>
              <a:fillRect/>
            </a:stretch>
          </p:blipFill>
          <p:spPr>
            <a:xfrm>
              <a:off x="1224513" y="1134329"/>
              <a:ext cx="3467674" cy="497476"/>
            </a:xfrm>
            <a:prstGeom prst="rect">
              <a:avLst/>
            </a:prstGeom>
          </p:spPr>
        </p:pic>
        <p:pic>
          <p:nvPicPr>
            <p:cNvPr id="10" name="Picture 9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6EB71A72-BF58-FF60-BBF9-B0E4BD19C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1084912"/>
              <a:ext cx="7135980" cy="4058588"/>
            </a:xfrm>
            <a:prstGeom prst="rect">
              <a:avLst/>
            </a:prstGeom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770AAFCD-46F6-6FF6-77CA-93CC4B9F6D26}"/>
              </a:ext>
            </a:extLst>
          </p:cNvPr>
          <p:cNvSpPr/>
          <p:nvPr/>
        </p:nvSpPr>
        <p:spPr>
          <a:xfrm>
            <a:off x="-121510" y="-15109"/>
            <a:ext cx="9387019" cy="5344150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908971F-FE37-FAB4-F0AC-DC6622BC54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65" t="2015" r="34589"/>
          <a:stretch>
            <a:fillRect/>
          </a:stretch>
        </p:blipFill>
        <p:spPr>
          <a:xfrm>
            <a:off x="2133599" y="742806"/>
            <a:ext cx="4876800" cy="43363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E10497-6293-F1A7-B99E-510C336ADF3D}"/>
              </a:ext>
            </a:extLst>
          </p:cNvPr>
          <p:cNvSpPr txBox="1"/>
          <p:nvPr/>
        </p:nvSpPr>
        <p:spPr>
          <a:xfrm>
            <a:off x="233710" y="295445"/>
            <a:ext cx="2729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A81B50"/>
                </a:solidFill>
                <a:latin typeface="Bahnschrift Condensed" panose="020B0502040204020203" pitchFamily="34" charset="0"/>
              </a:rPr>
              <a:t>3. Output and Project wrap-up</a:t>
            </a:r>
            <a:endParaRPr lang="en-IN" sz="2000" dirty="0">
              <a:solidFill>
                <a:srgbClr val="A81B5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6813B3-7183-496B-2CAD-46BF3596AA5A}"/>
              </a:ext>
            </a:extLst>
          </p:cNvPr>
          <p:cNvSpPr txBox="1"/>
          <p:nvPr/>
        </p:nvSpPr>
        <p:spPr>
          <a:xfrm>
            <a:off x="-6849018" y="372936"/>
            <a:ext cx="6093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A81B50"/>
                </a:solidFill>
              </a:rPr>
              <a:t>Conclusion &amp; Future Scope</a:t>
            </a:r>
            <a:endParaRPr lang="en-IN" sz="3600" dirty="0">
              <a:solidFill>
                <a:srgbClr val="A81B5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5AFD85-5A64-EC40-6D9D-2BA64559EE2C}"/>
              </a:ext>
            </a:extLst>
          </p:cNvPr>
          <p:cNvSpPr txBox="1"/>
          <p:nvPr/>
        </p:nvSpPr>
        <p:spPr>
          <a:xfrm>
            <a:off x="-5695627" y="1342105"/>
            <a:ext cx="52151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Postman Lite is a </a:t>
            </a:r>
            <a:r>
              <a:rPr lang="en-IN" b="1" dirty="0"/>
              <a:t>lightweight, browser-based API testing tool</a:t>
            </a:r>
            <a:r>
              <a:rPr lang="en-IN" dirty="0"/>
              <a:t> that allows users to send requests and view responses without installing any software. It helps students and developers quickly test APIs, understand responses, and debug errors efficiently.</a:t>
            </a:r>
            <a:endParaRPr lang="en-US" dirty="0"/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9797B358-F3E9-429B-B732-B75A72850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718876" y="3155979"/>
            <a:ext cx="501971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 history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revisit past API calls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dark mode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(API keys, tokens)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 response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for convenience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UI to be more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Postman-like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131CE3-406E-B2D2-F053-3449D18BE4B5}"/>
              </a:ext>
            </a:extLst>
          </p:cNvPr>
          <p:cNvSpPr txBox="1"/>
          <p:nvPr/>
        </p:nvSpPr>
        <p:spPr>
          <a:xfrm>
            <a:off x="9797528" y="1019267"/>
            <a:ext cx="4695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832161"/>
                </a:solidFill>
              </a:rPr>
              <a:t>Conclusion :-</a:t>
            </a:r>
            <a:endParaRPr lang="en-US" sz="1800" b="1" dirty="0">
              <a:solidFill>
                <a:srgbClr val="83216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3F8F24-E9C1-85B7-DBFD-02D307A2BFB4}"/>
              </a:ext>
            </a:extLst>
          </p:cNvPr>
          <p:cNvSpPr txBox="1"/>
          <p:nvPr/>
        </p:nvSpPr>
        <p:spPr>
          <a:xfrm>
            <a:off x="9833672" y="2850717"/>
            <a:ext cx="4695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832161"/>
                </a:solidFill>
              </a:rPr>
              <a:t>Future Scope :-</a:t>
            </a:r>
            <a:endParaRPr lang="en-US" sz="1800" b="1" dirty="0">
              <a:solidFill>
                <a:srgbClr val="83216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638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76F05A9-627F-B64C-68CB-0C5E234739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65" t="2015" r="34589"/>
          <a:stretch>
            <a:fillRect/>
          </a:stretch>
        </p:blipFill>
        <p:spPr>
          <a:xfrm>
            <a:off x="5390932" y="2940170"/>
            <a:ext cx="1408267" cy="125219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02E5687-69BA-F0B5-3AAB-F7FE3ED99D8C}"/>
              </a:ext>
            </a:extLst>
          </p:cNvPr>
          <p:cNvSpPr/>
          <p:nvPr/>
        </p:nvSpPr>
        <p:spPr>
          <a:xfrm>
            <a:off x="-121510" y="-15109"/>
            <a:ext cx="9387019" cy="5344150"/>
          </a:xfrm>
          <a:prstGeom prst="rect">
            <a:avLst/>
          </a:prstGeom>
          <a:solidFill>
            <a:srgbClr val="F0EF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9860E-72E3-38F5-00DF-A293740D2C9C}"/>
              </a:ext>
            </a:extLst>
          </p:cNvPr>
          <p:cNvSpPr txBox="1"/>
          <p:nvPr/>
        </p:nvSpPr>
        <p:spPr>
          <a:xfrm>
            <a:off x="218208" y="372936"/>
            <a:ext cx="60930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solidFill>
                  <a:srgbClr val="A81B50"/>
                </a:solidFill>
              </a:rPr>
              <a:t>Conclusion &amp; Future Scope</a:t>
            </a:r>
            <a:endParaRPr lang="en-IN" sz="3600" dirty="0">
              <a:solidFill>
                <a:srgbClr val="A81B50"/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B95C8E-4E66-49D2-FDE9-036776E44168}"/>
              </a:ext>
            </a:extLst>
          </p:cNvPr>
          <p:cNvSpPr txBox="1"/>
          <p:nvPr/>
        </p:nvSpPr>
        <p:spPr>
          <a:xfrm>
            <a:off x="286718" y="1342105"/>
            <a:ext cx="521517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Postman Lite is a </a:t>
            </a:r>
            <a:r>
              <a:rPr lang="en-IN" b="1" dirty="0"/>
              <a:t>lightweight, browser-based API testing tool</a:t>
            </a:r>
            <a:r>
              <a:rPr lang="en-IN" dirty="0"/>
              <a:t> that allows users to send requests and view responses without installing any software. It helps students and developers quickly test APIs, understand responses, and debug errors efficiently.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771882-FAE2-169D-74BE-10AB4339FFFF}"/>
              </a:ext>
            </a:extLst>
          </p:cNvPr>
          <p:cNvSpPr txBox="1"/>
          <p:nvPr/>
        </p:nvSpPr>
        <p:spPr>
          <a:xfrm>
            <a:off x="250574" y="1019267"/>
            <a:ext cx="4695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832161"/>
                </a:solidFill>
              </a:rPr>
              <a:t>Conclusion :-</a:t>
            </a:r>
            <a:endParaRPr lang="en-US" sz="1800" b="1" dirty="0">
              <a:solidFill>
                <a:srgbClr val="83216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C6BF211-AB64-0A9A-1A36-64F2CD4D74EB}"/>
              </a:ext>
            </a:extLst>
          </p:cNvPr>
          <p:cNvCxnSpPr>
            <a:cxnSpLocks/>
          </p:cNvCxnSpPr>
          <p:nvPr/>
        </p:nvCxnSpPr>
        <p:spPr>
          <a:xfrm>
            <a:off x="311700" y="909976"/>
            <a:ext cx="5019717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1FC8B9-1569-D199-24EB-2738A869C6B3}"/>
              </a:ext>
            </a:extLst>
          </p:cNvPr>
          <p:cNvCxnSpPr>
            <a:cxnSpLocks/>
          </p:cNvCxnSpPr>
          <p:nvPr/>
        </p:nvCxnSpPr>
        <p:spPr>
          <a:xfrm>
            <a:off x="5501897" y="909976"/>
            <a:ext cx="3270144" cy="0"/>
          </a:xfrm>
          <a:prstGeom prst="line">
            <a:avLst/>
          </a:prstGeom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E99D1A0-5C78-6C3B-D95F-C332501C9FFB}"/>
              </a:ext>
            </a:extLst>
          </p:cNvPr>
          <p:cNvSpPr txBox="1"/>
          <p:nvPr/>
        </p:nvSpPr>
        <p:spPr>
          <a:xfrm>
            <a:off x="286718" y="2850717"/>
            <a:ext cx="4695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832161"/>
                </a:solidFill>
              </a:rPr>
              <a:t>Future Scope :-</a:t>
            </a:r>
            <a:endParaRPr lang="en-US" sz="1800" b="1" dirty="0">
              <a:solidFill>
                <a:srgbClr val="832161"/>
              </a:solidFill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8E20FA86-61B0-8F4B-A50B-179F214A4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469" y="3155979"/>
            <a:ext cx="5019717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 history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revisit past API calls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dark mode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better UI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authentication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(API keys, tokens)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 response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for convenience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UI to be more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Postman-like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Google Shape;75;p16" title="download.png">
            <a:extLst>
              <a:ext uri="{FF2B5EF4-FFF2-40B4-BE49-F238E27FC236}">
                <a16:creationId xmlns:a16="http://schemas.microsoft.com/office/drawing/2014/main" id="{D93FA0E8-D0FB-B6B7-B07A-A167E3F9C25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2942" y="-1500733"/>
            <a:ext cx="3258116" cy="96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74;p16">
            <a:extLst>
              <a:ext uri="{FF2B5EF4-FFF2-40B4-BE49-F238E27FC236}">
                <a16:creationId xmlns:a16="http://schemas.microsoft.com/office/drawing/2014/main" id="{B4B0B1CE-2F42-DD1D-66BC-3650E8EF2988}"/>
              </a:ext>
            </a:extLst>
          </p:cNvPr>
          <p:cNvSpPr txBox="1">
            <a:spLocks/>
          </p:cNvSpPr>
          <p:nvPr/>
        </p:nvSpPr>
        <p:spPr>
          <a:xfrm>
            <a:off x="311700" y="571681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b="1">
                <a:solidFill>
                  <a:schemeClr val="lt1"/>
                </a:solidFill>
              </a:rPr>
              <a:t>Thank You…</a:t>
            </a:r>
            <a:endParaRPr lang="en-GB" b="1" dirty="0">
              <a:solidFill>
                <a:schemeClr val="lt1"/>
              </a:solidFill>
            </a:endParaRPr>
          </a:p>
        </p:txBody>
      </p:sp>
      <p:pic>
        <p:nvPicPr>
          <p:cNvPr id="19" name="Picture 18" descr="A computer screen with a rocket and light bulb&#10;&#10;AI-generated content may be incorrect.">
            <a:extLst>
              <a:ext uri="{FF2B5EF4-FFF2-40B4-BE49-F238E27FC236}">
                <a16:creationId xmlns:a16="http://schemas.microsoft.com/office/drawing/2014/main" id="{086228C1-2246-4F03-4AE1-4B449D8350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894" y="1665598"/>
            <a:ext cx="5225015" cy="347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20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</a:rPr>
              <a:t>Thank You…</a:t>
            </a: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75" name="Google Shape;75;p16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753</Words>
  <Application>Microsoft Macintosh PowerPoint</Application>
  <PresentationFormat>On-screen Show (16:9)</PresentationFormat>
  <Paragraphs>111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Bahnschrift</vt:lpstr>
      <vt:lpstr>Bahnschrift Condensed</vt:lpstr>
      <vt:lpstr>Bahnschrift Light Condensed</vt:lpstr>
      <vt:lpstr>Poppins</vt:lpstr>
      <vt:lpstr>Wingdings</vt:lpstr>
      <vt:lpstr>Simple Light</vt:lpstr>
      <vt:lpstr>PowerPoint Presentation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tambade</dc:creator>
  <cp:lastModifiedBy>Yash Rajendra Tambade</cp:lastModifiedBy>
  <cp:revision>4</cp:revision>
  <dcterms:modified xsi:type="dcterms:W3CDTF">2026-01-31T14:18:27Z</dcterms:modified>
</cp:coreProperties>
</file>